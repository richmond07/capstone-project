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50"/>
  </p:notesMasterIdLst>
  <p:sldIdLst>
    <p:sldId id="265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305" r:id="rId20"/>
    <p:sldId id="304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302" r:id="rId36"/>
    <p:sldId id="306" r:id="rId37"/>
    <p:sldId id="307" r:id="rId38"/>
    <p:sldId id="308" r:id="rId39"/>
    <p:sldId id="309" r:id="rId40"/>
    <p:sldId id="299" r:id="rId41"/>
    <p:sldId id="283" r:id="rId42"/>
    <p:sldId id="301" r:id="rId43"/>
    <p:sldId id="303" r:id="rId44"/>
    <p:sldId id="300" r:id="rId45"/>
    <p:sldId id="298" r:id="rId46"/>
    <p:sldId id="312" r:id="rId47"/>
    <p:sldId id="313" r:id="rId48"/>
    <p:sldId id="310" r:id="rId49"/>
  </p:sldIdLst>
  <p:sldSz cx="14630400" cy="8229600"/>
  <p:notesSz cx="8229600" cy="14630400"/>
  <p:embeddedFontLs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Calibri Light" panose="020F0302020204030204" pitchFamily="34" charset="0"/>
      <p:regular r:id="rId55"/>
      <p:italic r:id="rId56"/>
    </p:embeddedFont>
    <p:embeddedFont>
      <p:font typeface="Century Schoolbook" panose="02040604050505020304" pitchFamily="18" charset="0"/>
      <p:regular r:id="rId57"/>
      <p:bold r:id="rId58"/>
      <p:italic r:id="rId59"/>
      <p:boldItalic r:id="rId60"/>
    </p:embeddedFont>
  </p:embeddedFontLst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46997C-58DC-982C-2260-450B766CCD68}" v="78" dt="2025-04-13T06:46:45.598"/>
    <p1510:client id="{9C78BF70-3719-640C-67E5-837E3237F470}" v="10" dt="2025-04-11T14:26:22.201"/>
    <p1510:client id="{BCFD844B-1B7E-1B0F-58BE-355B5BC6B337}" v="361" dt="2025-04-11T14:41:50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24"/>
  </p:normalViewPr>
  <p:slideViewPr>
    <p:cSldViewPr snapToGrid="0">
      <p:cViewPr varScale="1">
        <p:scale>
          <a:sx n="88" d="100"/>
          <a:sy n="88" d="100"/>
        </p:scale>
        <p:origin x="2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6.fntdata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9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4.fntdata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7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Dziworshie" userId="S::edward.dziworshie@azubiafrica.org::1ca66560-e58b-4d4a-90d6-844640c3a213" providerId="AD" clId="Web-{8D46997C-58DC-982C-2260-450B766CCD68}"/>
    <pc:docChg chg="addSld modSld">
      <pc:chgData name="Edward Dziworshie" userId="S::edward.dziworshie@azubiafrica.org::1ca66560-e58b-4d4a-90d6-844640c3a213" providerId="AD" clId="Web-{8D46997C-58DC-982C-2260-450B766CCD68}" dt="2025-04-13T06:46:43.332" v="52" actId="20577"/>
      <pc:docMkLst>
        <pc:docMk/>
      </pc:docMkLst>
      <pc:sldChg chg="modSp">
        <pc:chgData name="Edward Dziworshie" userId="S::edward.dziworshie@azubiafrica.org::1ca66560-e58b-4d4a-90d6-844640c3a213" providerId="AD" clId="Web-{8D46997C-58DC-982C-2260-450B766CCD68}" dt="2025-04-13T06:46:43.332" v="52" actId="20577"/>
        <pc:sldMkLst>
          <pc:docMk/>
          <pc:sldMk cId="3265937801" sldId="269"/>
        </pc:sldMkLst>
        <pc:spChg chg="mod">
          <ac:chgData name="Edward Dziworshie" userId="S::edward.dziworshie@azubiafrica.org::1ca66560-e58b-4d4a-90d6-844640c3a213" providerId="AD" clId="Web-{8D46997C-58DC-982C-2260-450B766CCD68}" dt="2025-04-13T06:46:43.332" v="52" actId="20577"/>
          <ac:spMkLst>
            <pc:docMk/>
            <pc:sldMk cId="3265937801" sldId="269"/>
            <ac:spMk id="10" creationId="{78862A8E-88E5-3E57-E895-E9812A940619}"/>
          </ac:spMkLst>
        </pc:spChg>
      </pc:sldChg>
      <pc:sldChg chg="modSp">
        <pc:chgData name="Edward Dziworshie" userId="S::edward.dziworshie@azubiafrica.org::1ca66560-e58b-4d4a-90d6-844640c3a213" providerId="AD" clId="Web-{8D46997C-58DC-982C-2260-450B766CCD68}" dt="2025-04-13T06:46:04.424" v="38" actId="20577"/>
        <pc:sldMkLst>
          <pc:docMk/>
          <pc:sldMk cId="1601136807" sldId="270"/>
        </pc:sldMkLst>
        <pc:spChg chg="mod">
          <ac:chgData name="Edward Dziworshie" userId="S::edward.dziworshie@azubiafrica.org::1ca66560-e58b-4d4a-90d6-844640c3a213" providerId="AD" clId="Web-{8D46997C-58DC-982C-2260-450B766CCD68}" dt="2025-04-13T06:46:04.424" v="38" actId="20577"/>
          <ac:spMkLst>
            <pc:docMk/>
            <pc:sldMk cId="1601136807" sldId="270"/>
            <ac:spMk id="10" creationId="{E2EC4F32-9086-51B2-C0C6-BBC504E76BAF}"/>
          </ac:spMkLst>
        </pc:spChg>
      </pc:sldChg>
      <pc:sldChg chg="addSp delSp modSp">
        <pc:chgData name="Edward Dziworshie" userId="S::edward.dziworshie@azubiafrica.org::1ca66560-e58b-4d4a-90d6-844640c3a213" providerId="AD" clId="Web-{8D46997C-58DC-982C-2260-450B766CCD68}" dt="2025-04-13T06:40:21.724" v="4"/>
        <pc:sldMkLst>
          <pc:docMk/>
          <pc:sldMk cId="2000746771" sldId="271"/>
        </pc:sldMkLst>
        <pc:spChg chg="mod">
          <ac:chgData name="Edward Dziworshie" userId="S::edward.dziworshie@azubiafrica.org::1ca66560-e58b-4d4a-90d6-844640c3a213" providerId="AD" clId="Web-{8D46997C-58DC-982C-2260-450B766CCD68}" dt="2025-04-13T06:40:21.724" v="4"/>
          <ac:spMkLst>
            <pc:docMk/>
            <pc:sldMk cId="2000746771" sldId="271"/>
            <ac:spMk id="6" creationId="{CFA1CFB1-FEAB-D36A-08E6-59016D6B7EB4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0:21.724" v="4"/>
          <ac:spMkLst>
            <pc:docMk/>
            <pc:sldMk cId="2000746771" sldId="271"/>
            <ac:spMk id="7" creationId="{AF1168C0-D43D-80A5-C0D5-7BC223B59814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0:21.724" v="4"/>
          <ac:spMkLst>
            <pc:docMk/>
            <pc:sldMk cId="2000746771" sldId="271"/>
            <ac:spMk id="9" creationId="{5BBF96D2-78E7-F752-047E-6F2488A20588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0:21.724" v="4"/>
          <ac:spMkLst>
            <pc:docMk/>
            <pc:sldMk cId="2000746771" sldId="271"/>
            <ac:spMk id="10" creationId="{0D504972-E9FF-019B-488B-01110D4A6FE4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0:21.724" v="4"/>
          <ac:spMkLst>
            <pc:docMk/>
            <pc:sldMk cId="2000746771" sldId="271"/>
            <ac:spMk id="13" creationId="{E6834088-795E-6BD3-4D69-E6328CA9928E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0:21.724" v="4"/>
          <ac:spMkLst>
            <pc:docMk/>
            <pc:sldMk cId="2000746771" sldId="271"/>
            <ac:spMk id="15" creationId="{C2F3CB5E-1830-95FF-CD9A-A2C2558CAC5F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0:21.724" v="4"/>
          <ac:spMkLst>
            <pc:docMk/>
            <pc:sldMk cId="2000746771" sldId="271"/>
            <ac:spMk id="17" creationId="{0E4C4732-5B9A-B2D1-90A6-C6A27121CD0A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0:21.724" v="4"/>
          <ac:spMkLst>
            <pc:docMk/>
            <pc:sldMk cId="2000746771" sldId="271"/>
            <ac:spMk id="19" creationId="{142A2824-0121-0719-14A1-BBFC6E677170}"/>
          </ac:spMkLst>
        </pc:spChg>
        <pc:spChg chg="add">
          <ac:chgData name="Edward Dziworshie" userId="S::edward.dziworshie@azubiafrica.org::1ca66560-e58b-4d4a-90d6-844640c3a213" providerId="AD" clId="Web-{8D46997C-58DC-982C-2260-450B766CCD68}" dt="2025-04-13T06:40:21.724" v="4"/>
          <ac:spMkLst>
            <pc:docMk/>
            <pc:sldMk cId="2000746771" sldId="271"/>
            <ac:spMk id="25" creationId="{9165109B-7036-4613-93D4-579E77F6EF3C}"/>
          </ac:spMkLst>
        </pc:spChg>
        <pc:spChg chg="add">
          <ac:chgData name="Edward Dziworshie" userId="S::edward.dziworshie@azubiafrica.org::1ca66560-e58b-4d4a-90d6-844640c3a213" providerId="AD" clId="Web-{8D46997C-58DC-982C-2260-450B766CCD68}" dt="2025-04-13T06:40:21.724" v="4"/>
          <ac:spMkLst>
            <pc:docMk/>
            <pc:sldMk cId="2000746771" sldId="271"/>
            <ac:spMk id="27" creationId="{43E8FEA2-54EE-4F84-B5DB-A055A7D805EE}"/>
          </ac:spMkLst>
        </pc:spChg>
      </pc:sldChg>
      <pc:sldChg chg="addSp delSp modSp">
        <pc:chgData name="Edward Dziworshie" userId="S::edward.dziworshie@azubiafrica.org::1ca66560-e58b-4d4a-90d6-844640c3a213" providerId="AD" clId="Web-{8D46997C-58DC-982C-2260-450B766CCD68}" dt="2025-04-13T06:41:23.086" v="5"/>
        <pc:sldMkLst>
          <pc:docMk/>
          <pc:sldMk cId="2813594532" sldId="272"/>
        </pc:sldMkLst>
        <pc:spChg chg="mod">
          <ac:chgData name="Edward Dziworshie" userId="S::edward.dziworshie@azubiafrica.org::1ca66560-e58b-4d4a-90d6-844640c3a213" providerId="AD" clId="Web-{8D46997C-58DC-982C-2260-450B766CCD68}" dt="2025-04-13T06:41:23.086" v="5"/>
          <ac:spMkLst>
            <pc:docMk/>
            <pc:sldMk cId="2813594532" sldId="272"/>
            <ac:spMk id="6" creationId="{F34442FF-C459-0F91-E35E-F0B2DD2AE7BC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23.086" v="5"/>
          <ac:spMkLst>
            <pc:docMk/>
            <pc:sldMk cId="2813594532" sldId="272"/>
            <ac:spMk id="7" creationId="{840824AE-D76A-709D-D048-56EFE54F612B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23.086" v="5"/>
          <ac:spMkLst>
            <pc:docMk/>
            <pc:sldMk cId="2813594532" sldId="272"/>
            <ac:spMk id="9" creationId="{D39AAF29-C6E4-3697-760F-6DD8A39CD902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23.086" v="5"/>
          <ac:spMkLst>
            <pc:docMk/>
            <pc:sldMk cId="2813594532" sldId="272"/>
            <ac:spMk id="10" creationId="{0EDBF367-760E-8D3F-14D5-F6D66C567871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23.086" v="5"/>
          <ac:spMkLst>
            <pc:docMk/>
            <pc:sldMk cId="2813594532" sldId="272"/>
            <ac:spMk id="11" creationId="{1A9F9372-C914-A5DC-7239-B16A787B7958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23.086" v="5"/>
          <ac:spMkLst>
            <pc:docMk/>
            <pc:sldMk cId="2813594532" sldId="272"/>
            <ac:spMk id="13" creationId="{7C90945A-02B7-8ABC-BC6F-74560450C78D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23.086" v="5"/>
          <ac:spMkLst>
            <pc:docMk/>
            <pc:sldMk cId="2813594532" sldId="272"/>
            <ac:spMk id="15" creationId="{6DB40E08-D28E-C784-161C-5216C5A7DF45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23.086" v="5"/>
          <ac:spMkLst>
            <pc:docMk/>
            <pc:sldMk cId="2813594532" sldId="272"/>
            <ac:spMk id="17" creationId="{16B8D7B7-157D-306F-E8FE-0FED409DAC6A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23.086" v="5"/>
          <ac:spMkLst>
            <pc:docMk/>
            <pc:sldMk cId="2813594532" sldId="272"/>
            <ac:spMk id="19" creationId="{DDB11ACC-43B5-EF91-24D4-2653AF914BD8}"/>
          </ac:spMkLst>
        </pc:spChg>
        <pc:spChg chg="add">
          <ac:chgData name="Edward Dziworshie" userId="S::edward.dziworshie@azubiafrica.org::1ca66560-e58b-4d4a-90d6-844640c3a213" providerId="AD" clId="Web-{8D46997C-58DC-982C-2260-450B766CCD68}" dt="2025-04-13T06:41:23.086" v="5"/>
          <ac:spMkLst>
            <pc:docMk/>
            <pc:sldMk cId="2813594532" sldId="272"/>
            <ac:spMk id="26" creationId="{B50AB553-2A96-4A92-96F2-93548E096954}"/>
          </ac:spMkLst>
        </pc:spChg>
      </pc:sldChg>
      <pc:sldChg chg="addSp delSp modSp">
        <pc:chgData name="Edward Dziworshie" userId="S::edward.dziworshie@azubiafrica.org::1ca66560-e58b-4d4a-90d6-844640c3a213" providerId="AD" clId="Web-{8D46997C-58DC-982C-2260-450B766CCD68}" dt="2025-04-13T06:41:47.165" v="6"/>
        <pc:sldMkLst>
          <pc:docMk/>
          <pc:sldMk cId="4264784447" sldId="273"/>
        </pc:sldMkLst>
        <pc:spChg chg="mod">
          <ac:chgData name="Edward Dziworshie" userId="S::edward.dziworshie@azubiafrica.org::1ca66560-e58b-4d4a-90d6-844640c3a213" providerId="AD" clId="Web-{8D46997C-58DC-982C-2260-450B766CCD68}" dt="2025-04-13T06:41:47.165" v="6"/>
          <ac:spMkLst>
            <pc:docMk/>
            <pc:sldMk cId="4264784447" sldId="273"/>
            <ac:spMk id="6" creationId="{FA8A82FA-790D-F1A5-52F4-23F8BDA3C42B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47.165" v="6"/>
          <ac:spMkLst>
            <pc:docMk/>
            <pc:sldMk cId="4264784447" sldId="273"/>
            <ac:spMk id="7" creationId="{7A475407-7AFA-7103-1EBD-F15B27EC24FE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47.165" v="6"/>
          <ac:spMkLst>
            <pc:docMk/>
            <pc:sldMk cId="4264784447" sldId="273"/>
            <ac:spMk id="10" creationId="{7FD5323E-C585-2F31-F1B6-6B690536925F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47.165" v="6"/>
          <ac:spMkLst>
            <pc:docMk/>
            <pc:sldMk cId="4264784447" sldId="273"/>
            <ac:spMk id="11" creationId="{49BF2E6A-4EB1-2165-FF32-9CA8C0366D32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47.165" v="6"/>
          <ac:spMkLst>
            <pc:docMk/>
            <pc:sldMk cId="4264784447" sldId="273"/>
            <ac:spMk id="13" creationId="{79C99036-8044-D6E9-4CE8-B0BC13B76D12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47.165" v="6"/>
          <ac:spMkLst>
            <pc:docMk/>
            <pc:sldMk cId="4264784447" sldId="273"/>
            <ac:spMk id="15" creationId="{EB311C22-A639-4AFF-7D7A-60BAFFE3605E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47.165" v="6"/>
          <ac:spMkLst>
            <pc:docMk/>
            <pc:sldMk cId="4264784447" sldId="273"/>
            <ac:spMk id="17" creationId="{99C2B2D3-F334-F66B-0BE3-6BAA16DCEA0E}"/>
          </ac:spMkLst>
        </pc:spChg>
        <pc:spChg chg="del">
          <ac:chgData name="Edward Dziworshie" userId="S::edward.dziworshie@azubiafrica.org::1ca66560-e58b-4d4a-90d6-844640c3a213" providerId="AD" clId="Web-{8D46997C-58DC-982C-2260-450B766CCD68}" dt="2025-04-13T06:41:47.165" v="6"/>
          <ac:spMkLst>
            <pc:docMk/>
            <pc:sldMk cId="4264784447" sldId="273"/>
            <ac:spMk id="19" creationId="{5AFAE1AA-335C-A265-73E5-3B930FBF566A}"/>
          </ac:spMkLst>
        </pc:spChg>
        <pc:spChg chg="add">
          <ac:chgData name="Edward Dziworshie" userId="S::edward.dziworshie@azubiafrica.org::1ca66560-e58b-4d4a-90d6-844640c3a213" providerId="AD" clId="Web-{8D46997C-58DC-982C-2260-450B766CCD68}" dt="2025-04-13T06:41:47.165" v="6"/>
          <ac:spMkLst>
            <pc:docMk/>
            <pc:sldMk cId="4264784447" sldId="273"/>
            <ac:spMk id="25" creationId="{9165109B-7036-4613-93D4-579E77F6EF3C}"/>
          </ac:spMkLst>
        </pc:spChg>
        <pc:spChg chg="add">
          <ac:chgData name="Edward Dziworshie" userId="S::edward.dziworshie@azubiafrica.org::1ca66560-e58b-4d4a-90d6-844640c3a213" providerId="AD" clId="Web-{8D46997C-58DC-982C-2260-450B766CCD68}" dt="2025-04-13T06:41:47.165" v="6"/>
          <ac:spMkLst>
            <pc:docMk/>
            <pc:sldMk cId="4264784447" sldId="273"/>
            <ac:spMk id="27" creationId="{43E8FEA2-54EE-4F84-B5DB-A055A7D805EE}"/>
          </ac:spMkLst>
        </pc:spChg>
      </pc:sldChg>
      <pc:sldChg chg="addSp delSp modSp">
        <pc:chgData name="Edward Dziworshie" userId="S::edward.dziworshie@azubiafrica.org::1ca66560-e58b-4d4a-90d6-844640c3a213" providerId="AD" clId="Web-{8D46997C-58DC-982C-2260-450B766CCD68}" dt="2025-04-13T06:42:36.886" v="11"/>
        <pc:sldMkLst>
          <pc:docMk/>
          <pc:sldMk cId="1963853598" sldId="274"/>
        </pc:sldMkLst>
        <pc:spChg chg="mod">
          <ac:chgData name="Edward Dziworshie" userId="S::edward.dziworshie@azubiafrica.org::1ca66560-e58b-4d4a-90d6-844640c3a213" providerId="AD" clId="Web-{8D46997C-58DC-982C-2260-450B766CCD68}" dt="2025-04-13T06:42:36.886" v="11"/>
          <ac:spMkLst>
            <pc:docMk/>
            <pc:sldMk cId="1963853598" sldId="274"/>
            <ac:spMk id="6" creationId="{FA8A82FA-790D-F1A5-52F4-23F8BDA3C42B}"/>
          </ac:spMkLst>
        </pc:spChg>
        <pc:spChg chg="mod ord">
          <ac:chgData name="Edward Dziworshie" userId="S::edward.dziworshie@azubiafrica.org::1ca66560-e58b-4d4a-90d6-844640c3a213" providerId="AD" clId="Web-{8D46997C-58DC-982C-2260-450B766CCD68}" dt="2025-04-13T06:42:36.886" v="11"/>
          <ac:spMkLst>
            <pc:docMk/>
            <pc:sldMk cId="1963853598" sldId="274"/>
            <ac:spMk id="10" creationId="{7FD5323E-C585-2F31-F1B6-6B690536925F}"/>
          </ac:spMkLst>
        </pc:spChg>
        <pc:spChg chg="add del">
          <ac:chgData name="Edward Dziworshie" userId="S::edward.dziworshie@azubiafrica.org::1ca66560-e58b-4d4a-90d6-844640c3a213" providerId="AD" clId="Web-{8D46997C-58DC-982C-2260-450B766CCD68}" dt="2025-04-13T06:42:24.823" v="8"/>
          <ac:spMkLst>
            <pc:docMk/>
            <pc:sldMk cId="1963853598" sldId="274"/>
            <ac:spMk id="35" creationId="{FE1EC756-41E9-4FD6-AD48-EF46A28137B7}"/>
          </ac:spMkLst>
        </pc:spChg>
        <pc:spChg chg="add del">
          <ac:chgData name="Edward Dziworshie" userId="S::edward.dziworshie@azubiafrica.org::1ca66560-e58b-4d4a-90d6-844640c3a213" providerId="AD" clId="Web-{8D46997C-58DC-982C-2260-450B766CCD68}" dt="2025-04-13T06:42:24.823" v="8"/>
          <ac:spMkLst>
            <pc:docMk/>
            <pc:sldMk cId="1963853598" sldId="274"/>
            <ac:spMk id="37" creationId="{E66F6371-9EA5-9354-29DC-1D07B921F79C}"/>
          </ac:spMkLst>
        </pc:spChg>
        <pc:spChg chg="add del">
          <ac:chgData name="Edward Dziworshie" userId="S::edward.dziworshie@azubiafrica.org::1ca66560-e58b-4d4a-90d6-844640c3a213" providerId="AD" clId="Web-{8D46997C-58DC-982C-2260-450B766CCD68}" dt="2025-04-13T06:42:36.886" v="10"/>
          <ac:spMkLst>
            <pc:docMk/>
            <pc:sldMk cId="1963853598" sldId="274"/>
            <ac:spMk id="39" creationId="{F821940F-7A1D-4ACC-85B4-A932898ABB37}"/>
          </ac:spMkLst>
        </pc:spChg>
        <pc:spChg chg="add del">
          <ac:chgData name="Edward Dziworshie" userId="S::edward.dziworshie@azubiafrica.org::1ca66560-e58b-4d4a-90d6-844640c3a213" providerId="AD" clId="Web-{8D46997C-58DC-982C-2260-450B766CCD68}" dt="2025-04-13T06:42:36.886" v="10"/>
          <ac:spMkLst>
            <pc:docMk/>
            <pc:sldMk cId="1963853598" sldId="274"/>
            <ac:spMk id="40" creationId="{16674508-81D3-48CF-96BF-7FC60EAA572A}"/>
          </ac:spMkLst>
        </pc:spChg>
        <pc:spChg chg="add">
          <ac:chgData name="Edward Dziworshie" userId="S::edward.dziworshie@azubiafrica.org::1ca66560-e58b-4d4a-90d6-844640c3a213" providerId="AD" clId="Web-{8D46997C-58DC-982C-2260-450B766CCD68}" dt="2025-04-13T06:42:36.886" v="11"/>
          <ac:spMkLst>
            <pc:docMk/>
            <pc:sldMk cId="1963853598" sldId="274"/>
            <ac:spMk id="42" creationId="{AF6CB648-9554-488A-B457-99CAAD1DA528}"/>
          </ac:spMkLst>
        </pc:spChg>
        <pc:spChg chg="add">
          <ac:chgData name="Edward Dziworshie" userId="S::edward.dziworshie@azubiafrica.org::1ca66560-e58b-4d4a-90d6-844640c3a213" providerId="AD" clId="Web-{8D46997C-58DC-982C-2260-450B766CCD68}" dt="2025-04-13T06:42:36.886" v="11"/>
          <ac:spMkLst>
            <pc:docMk/>
            <pc:sldMk cId="1963853598" sldId="274"/>
            <ac:spMk id="43" creationId="{E3ADCBE7-9330-1CDA-00EB-CDD12DB722FF}"/>
          </ac:spMkLst>
        </pc:spChg>
        <pc:grpChg chg="add del">
          <ac:chgData name="Edward Dziworshie" userId="S::edward.dziworshie@azubiafrica.org::1ca66560-e58b-4d4a-90d6-844640c3a213" providerId="AD" clId="Web-{8D46997C-58DC-982C-2260-450B766CCD68}" dt="2025-04-13T06:42:36.886" v="11"/>
          <ac:grpSpMkLst>
            <pc:docMk/>
            <pc:sldMk cId="1963853598" sldId="274"/>
            <ac:grpSpMk id="30" creationId="{6258F736-B256-8039-9DC6-F4E49A5C5AD5}"/>
          </ac:grpSpMkLst>
        </pc:grpChg>
        <pc:picChg chg="mod">
          <ac:chgData name="Edward Dziworshie" userId="S::edward.dziworshie@azubiafrica.org::1ca66560-e58b-4d4a-90d6-844640c3a213" providerId="AD" clId="Web-{8D46997C-58DC-982C-2260-450B766CCD68}" dt="2025-04-13T06:42:36.886" v="11"/>
          <ac:picMkLst>
            <pc:docMk/>
            <pc:sldMk cId="1963853598" sldId="274"/>
            <ac:picMk id="2" creationId="{1DAE621E-5BC7-6E7F-3A3D-850B7D860279}"/>
          </ac:picMkLst>
        </pc:picChg>
      </pc:sldChg>
      <pc:sldChg chg="modSp">
        <pc:chgData name="Edward Dziworshie" userId="S::edward.dziworshie@azubiafrica.org::1ca66560-e58b-4d4a-90d6-844640c3a213" providerId="AD" clId="Web-{8D46997C-58DC-982C-2260-450B766CCD68}" dt="2025-04-13T06:43:16.309" v="13" actId="20577"/>
        <pc:sldMkLst>
          <pc:docMk/>
          <pc:sldMk cId="3740421549" sldId="275"/>
        </pc:sldMkLst>
        <pc:spChg chg="mod">
          <ac:chgData name="Edward Dziworshie" userId="S::edward.dziworshie@azubiafrica.org::1ca66560-e58b-4d4a-90d6-844640c3a213" providerId="AD" clId="Web-{8D46997C-58DC-982C-2260-450B766CCD68}" dt="2025-04-13T06:43:16.309" v="13" actId="20577"/>
          <ac:spMkLst>
            <pc:docMk/>
            <pc:sldMk cId="3740421549" sldId="275"/>
            <ac:spMk id="10" creationId="{7FD5323E-C585-2F31-F1B6-6B690536925F}"/>
          </ac:spMkLst>
        </pc:spChg>
      </pc:sldChg>
      <pc:sldChg chg="modSp">
        <pc:chgData name="Edward Dziworshie" userId="S::edward.dziworshie@azubiafrica.org::1ca66560-e58b-4d4a-90d6-844640c3a213" providerId="AD" clId="Web-{8D46997C-58DC-982C-2260-450B766CCD68}" dt="2025-04-13T06:43:31.341" v="15" actId="20577"/>
        <pc:sldMkLst>
          <pc:docMk/>
          <pc:sldMk cId="354550321" sldId="276"/>
        </pc:sldMkLst>
        <pc:spChg chg="mod">
          <ac:chgData name="Edward Dziworshie" userId="S::edward.dziworshie@azubiafrica.org::1ca66560-e58b-4d4a-90d6-844640c3a213" providerId="AD" clId="Web-{8D46997C-58DC-982C-2260-450B766CCD68}" dt="2025-04-13T06:43:31.341" v="15" actId="20577"/>
          <ac:spMkLst>
            <pc:docMk/>
            <pc:sldMk cId="354550321" sldId="276"/>
            <ac:spMk id="10" creationId="{7FD5323E-C585-2F31-F1B6-6B690536925F}"/>
          </ac:spMkLst>
        </pc:spChg>
      </pc:sldChg>
      <pc:sldChg chg="modSp">
        <pc:chgData name="Edward Dziworshie" userId="S::edward.dziworshie@azubiafrica.org::1ca66560-e58b-4d4a-90d6-844640c3a213" providerId="AD" clId="Web-{8D46997C-58DC-982C-2260-450B766CCD68}" dt="2025-04-13T06:43:51.513" v="18" actId="14100"/>
        <pc:sldMkLst>
          <pc:docMk/>
          <pc:sldMk cId="2423381381" sldId="277"/>
        </pc:sldMkLst>
        <pc:spChg chg="mod">
          <ac:chgData name="Edward Dziworshie" userId="S::edward.dziworshie@azubiafrica.org::1ca66560-e58b-4d4a-90d6-844640c3a213" providerId="AD" clId="Web-{8D46997C-58DC-982C-2260-450B766CCD68}" dt="2025-04-13T06:43:51.513" v="18" actId="14100"/>
          <ac:spMkLst>
            <pc:docMk/>
            <pc:sldMk cId="2423381381" sldId="277"/>
            <ac:spMk id="10" creationId="{7FD5323E-C585-2F31-F1B6-6B690536925F}"/>
          </ac:spMkLst>
        </pc:spChg>
      </pc:sldChg>
      <pc:sldChg chg="modSp">
        <pc:chgData name="Edward Dziworshie" userId="S::edward.dziworshie@azubiafrica.org::1ca66560-e58b-4d4a-90d6-844640c3a213" providerId="AD" clId="Web-{8D46997C-58DC-982C-2260-450B766CCD68}" dt="2025-04-13T06:44:07.889" v="21" actId="14100"/>
        <pc:sldMkLst>
          <pc:docMk/>
          <pc:sldMk cId="1874541577" sldId="278"/>
        </pc:sldMkLst>
        <pc:spChg chg="mod">
          <ac:chgData name="Edward Dziworshie" userId="S::edward.dziworshie@azubiafrica.org::1ca66560-e58b-4d4a-90d6-844640c3a213" providerId="AD" clId="Web-{8D46997C-58DC-982C-2260-450B766CCD68}" dt="2025-04-13T06:44:07.889" v="21" actId="14100"/>
          <ac:spMkLst>
            <pc:docMk/>
            <pc:sldMk cId="1874541577" sldId="278"/>
            <ac:spMk id="10" creationId="{7FD5323E-C585-2F31-F1B6-6B690536925F}"/>
          </ac:spMkLst>
        </pc:spChg>
      </pc:sldChg>
      <pc:sldChg chg="modSp">
        <pc:chgData name="Edward Dziworshie" userId="S::edward.dziworshie@azubiafrica.org::1ca66560-e58b-4d4a-90d6-844640c3a213" providerId="AD" clId="Web-{8D46997C-58DC-982C-2260-450B766CCD68}" dt="2025-04-13T06:44:37.609" v="26" actId="14100"/>
        <pc:sldMkLst>
          <pc:docMk/>
          <pc:sldMk cId="442711600" sldId="279"/>
        </pc:sldMkLst>
        <pc:spChg chg="mod">
          <ac:chgData name="Edward Dziworshie" userId="S::edward.dziworshie@azubiafrica.org::1ca66560-e58b-4d4a-90d6-844640c3a213" providerId="AD" clId="Web-{8D46997C-58DC-982C-2260-450B766CCD68}" dt="2025-04-13T06:44:37.609" v="26" actId="14100"/>
          <ac:spMkLst>
            <pc:docMk/>
            <pc:sldMk cId="442711600" sldId="279"/>
            <ac:spMk id="10" creationId="{7FD5323E-C585-2F31-F1B6-6B690536925F}"/>
          </ac:spMkLst>
        </pc:spChg>
      </pc:sldChg>
      <pc:sldChg chg="modSp">
        <pc:chgData name="Edward Dziworshie" userId="S::edward.dziworshie@azubiafrica.org::1ca66560-e58b-4d4a-90d6-844640c3a213" providerId="AD" clId="Web-{8D46997C-58DC-982C-2260-450B766CCD68}" dt="2025-04-13T06:44:54.859" v="29" actId="14100"/>
        <pc:sldMkLst>
          <pc:docMk/>
          <pc:sldMk cId="1338232519" sldId="280"/>
        </pc:sldMkLst>
        <pc:spChg chg="mod">
          <ac:chgData name="Edward Dziworshie" userId="S::edward.dziworshie@azubiafrica.org::1ca66560-e58b-4d4a-90d6-844640c3a213" providerId="AD" clId="Web-{8D46997C-58DC-982C-2260-450B766CCD68}" dt="2025-04-13T06:44:54.859" v="29" actId="14100"/>
          <ac:spMkLst>
            <pc:docMk/>
            <pc:sldMk cId="1338232519" sldId="280"/>
            <ac:spMk id="10" creationId="{7FD5323E-C585-2F31-F1B6-6B690536925F}"/>
          </ac:spMkLst>
        </pc:spChg>
      </pc:sldChg>
      <pc:sldChg chg="modSp">
        <pc:chgData name="Edward Dziworshie" userId="S::edward.dziworshie@azubiafrica.org::1ca66560-e58b-4d4a-90d6-844640c3a213" providerId="AD" clId="Web-{8D46997C-58DC-982C-2260-450B766CCD68}" dt="2025-04-13T06:45:12.626" v="32" actId="14100"/>
        <pc:sldMkLst>
          <pc:docMk/>
          <pc:sldMk cId="2057901660" sldId="281"/>
        </pc:sldMkLst>
        <pc:spChg chg="mod">
          <ac:chgData name="Edward Dziworshie" userId="S::edward.dziworshie@azubiafrica.org::1ca66560-e58b-4d4a-90d6-844640c3a213" providerId="AD" clId="Web-{8D46997C-58DC-982C-2260-450B766CCD68}" dt="2025-04-13T06:45:12.626" v="32" actId="14100"/>
          <ac:spMkLst>
            <pc:docMk/>
            <pc:sldMk cId="2057901660" sldId="281"/>
            <ac:spMk id="10" creationId="{7FD5323E-C585-2F31-F1B6-6B690536925F}"/>
          </ac:spMkLst>
        </pc:spChg>
      </pc:sldChg>
      <pc:sldChg chg="modSp">
        <pc:chgData name="Edward Dziworshie" userId="S::edward.dziworshie@azubiafrica.org::1ca66560-e58b-4d4a-90d6-844640c3a213" providerId="AD" clId="Web-{8D46997C-58DC-982C-2260-450B766CCD68}" dt="2025-04-13T06:45:29.361" v="35" actId="14100"/>
        <pc:sldMkLst>
          <pc:docMk/>
          <pc:sldMk cId="657138101" sldId="282"/>
        </pc:sldMkLst>
        <pc:spChg chg="mod">
          <ac:chgData name="Edward Dziworshie" userId="S::edward.dziworshie@azubiafrica.org::1ca66560-e58b-4d4a-90d6-844640c3a213" providerId="AD" clId="Web-{8D46997C-58DC-982C-2260-450B766CCD68}" dt="2025-04-13T06:45:29.361" v="35" actId="14100"/>
          <ac:spMkLst>
            <pc:docMk/>
            <pc:sldMk cId="657138101" sldId="282"/>
            <ac:spMk id="10" creationId="{7FD5323E-C585-2F31-F1B6-6B690536925F}"/>
          </ac:spMkLst>
        </pc:spChg>
      </pc:sldChg>
      <pc:sldChg chg="modSp add replId">
        <pc:chgData name="Edward Dziworshie" userId="S::edward.dziworshie@azubiafrica.org::1ca66560-e58b-4d4a-90d6-844640c3a213" providerId="AD" clId="Web-{8D46997C-58DC-982C-2260-450B766CCD68}" dt="2025-04-13T06:38:57.456" v="1"/>
        <pc:sldMkLst>
          <pc:docMk/>
          <pc:sldMk cId="486042932" sldId="312"/>
        </pc:sldMkLst>
        <pc:picChg chg="mod">
          <ac:chgData name="Edward Dziworshie" userId="S::edward.dziworshie@azubiafrica.org::1ca66560-e58b-4d4a-90d6-844640c3a213" providerId="AD" clId="Web-{8D46997C-58DC-982C-2260-450B766CCD68}" dt="2025-04-13T06:38:57.456" v="1"/>
          <ac:picMkLst>
            <pc:docMk/>
            <pc:sldMk cId="486042932" sldId="312"/>
            <ac:picMk id="3" creationId="{F69CFDDE-91D5-6DB1-46B9-501BC745B345}"/>
          </ac:picMkLst>
        </pc:picChg>
      </pc:sldChg>
      <pc:sldChg chg="modSp add replId">
        <pc:chgData name="Edward Dziworshie" userId="S::edward.dziworshie@azubiafrica.org::1ca66560-e58b-4d4a-90d6-844640c3a213" providerId="AD" clId="Web-{8D46997C-58DC-982C-2260-450B766CCD68}" dt="2025-04-13T06:39:25.332" v="3"/>
        <pc:sldMkLst>
          <pc:docMk/>
          <pc:sldMk cId="1491150315" sldId="313"/>
        </pc:sldMkLst>
        <pc:picChg chg="mod">
          <ac:chgData name="Edward Dziworshie" userId="S::edward.dziworshie@azubiafrica.org::1ca66560-e58b-4d4a-90d6-844640c3a213" providerId="AD" clId="Web-{8D46997C-58DC-982C-2260-450B766CCD68}" dt="2025-04-13T06:39:25.332" v="3"/>
          <ac:picMkLst>
            <pc:docMk/>
            <pc:sldMk cId="1491150315" sldId="313"/>
            <ac:picMk id="3" creationId="{F894E44B-A7AE-BBFC-D4E8-07964F392460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2634A6-1EB4-4C19-A03C-9FC6FD39BF7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9FF454D-DF5A-40EB-B9BC-EEB6FBF2BC23}">
      <dgm:prSet/>
      <dgm:spPr/>
      <dgm:t>
        <a:bodyPr/>
        <a:lstStyle/>
        <a:p>
          <a:r>
            <a:rPr lang="en-US" b="1"/>
            <a:t>Modularity Focus:</a:t>
          </a:r>
          <a:r>
            <a:rPr lang="en-US"/>
            <a:t> 3-Tier Architecture separates functionalities into layers, enhancing modularity and facilitating independent layer operation. </a:t>
          </a:r>
        </a:p>
      </dgm:t>
    </dgm:pt>
    <dgm:pt modelId="{C95E6B89-327A-4273-9EA7-8704313A94D1}" type="parTrans" cxnId="{70852630-ED41-4B4E-AC5D-677BE8F65A77}">
      <dgm:prSet/>
      <dgm:spPr/>
      <dgm:t>
        <a:bodyPr/>
        <a:lstStyle/>
        <a:p>
          <a:endParaRPr lang="en-US"/>
        </a:p>
      </dgm:t>
    </dgm:pt>
    <dgm:pt modelId="{2488D189-F999-4BA6-BBAD-FF88290F36CB}" type="sibTrans" cxnId="{70852630-ED41-4B4E-AC5D-677BE8F65A77}">
      <dgm:prSet/>
      <dgm:spPr/>
      <dgm:t>
        <a:bodyPr/>
        <a:lstStyle/>
        <a:p>
          <a:endParaRPr lang="en-US"/>
        </a:p>
      </dgm:t>
    </dgm:pt>
    <dgm:pt modelId="{B309DC70-4DB0-4100-8AAF-74D5B93617F4}">
      <dgm:prSet/>
      <dgm:spPr/>
      <dgm:t>
        <a:bodyPr/>
        <a:lstStyle/>
        <a:p>
          <a:r>
            <a:rPr lang="en-US" b="1"/>
            <a:t>Defined Interfaces:</a:t>
          </a:r>
          <a:r>
            <a:rPr lang="en-US"/>
            <a:t> Clear interfaces between layers improve communication, simplifying overall development, maintenance, and feature upgrades. </a:t>
          </a:r>
        </a:p>
      </dgm:t>
    </dgm:pt>
    <dgm:pt modelId="{7B3DD78E-C83A-4E33-83E4-27FA7371B92D}" type="parTrans" cxnId="{F06E2D44-BA8D-4AA8-9C9A-C67E8E59C3F8}">
      <dgm:prSet/>
      <dgm:spPr/>
      <dgm:t>
        <a:bodyPr/>
        <a:lstStyle/>
        <a:p>
          <a:endParaRPr lang="en-US"/>
        </a:p>
      </dgm:t>
    </dgm:pt>
    <dgm:pt modelId="{0D7421B4-5100-4E68-A43B-A4F872FA9B7C}" type="sibTrans" cxnId="{F06E2D44-BA8D-4AA8-9C9A-C67E8E59C3F8}">
      <dgm:prSet/>
      <dgm:spPr/>
      <dgm:t>
        <a:bodyPr/>
        <a:lstStyle/>
        <a:p>
          <a:endParaRPr lang="en-US"/>
        </a:p>
      </dgm:t>
    </dgm:pt>
    <dgm:pt modelId="{12A4D4F3-272C-4053-B0E2-336857F6281C}">
      <dgm:prSet/>
      <dgm:spPr/>
      <dgm:t>
        <a:bodyPr/>
        <a:lstStyle/>
        <a:p>
          <a:r>
            <a:rPr lang="en-US" b="1"/>
            <a:t>Easier Maintenance:</a:t>
          </a:r>
          <a:r>
            <a:rPr lang="en-US"/>
            <a:t> Independent layer management reduces complexity, allowing for targeted updates without affecting entire application systems. </a:t>
          </a:r>
        </a:p>
      </dgm:t>
    </dgm:pt>
    <dgm:pt modelId="{E2BC97B9-A819-4891-8F9A-37AF21F3E867}" type="parTrans" cxnId="{87D6FCC0-8CF7-41AC-A67D-3112265D212E}">
      <dgm:prSet/>
      <dgm:spPr/>
      <dgm:t>
        <a:bodyPr/>
        <a:lstStyle/>
        <a:p>
          <a:endParaRPr lang="en-US"/>
        </a:p>
      </dgm:t>
    </dgm:pt>
    <dgm:pt modelId="{602B0D39-2235-4626-A9A3-200DB77996BB}" type="sibTrans" cxnId="{87D6FCC0-8CF7-41AC-A67D-3112265D212E}">
      <dgm:prSet/>
      <dgm:spPr/>
      <dgm:t>
        <a:bodyPr/>
        <a:lstStyle/>
        <a:p>
          <a:endParaRPr lang="en-US"/>
        </a:p>
      </dgm:t>
    </dgm:pt>
    <dgm:pt modelId="{F71BE70D-5546-47D3-85D2-34387D4DE44A}" type="pres">
      <dgm:prSet presAssocID="{DA2634A6-1EB4-4C19-A03C-9FC6FD39BF78}" presName="root" presStyleCnt="0">
        <dgm:presLayoutVars>
          <dgm:dir/>
          <dgm:resizeHandles val="exact"/>
        </dgm:presLayoutVars>
      </dgm:prSet>
      <dgm:spPr/>
    </dgm:pt>
    <dgm:pt modelId="{743A8123-15A5-44B8-B0E5-B6BA9AC09FFE}" type="pres">
      <dgm:prSet presAssocID="{A9FF454D-DF5A-40EB-B9BC-EEB6FBF2BC23}" presName="compNode" presStyleCnt="0"/>
      <dgm:spPr/>
    </dgm:pt>
    <dgm:pt modelId="{B3AB33D2-E349-49DC-91F9-20014E5C49BB}" type="pres">
      <dgm:prSet presAssocID="{A9FF454D-DF5A-40EB-B9BC-EEB6FBF2BC23}" presName="bgRect" presStyleLbl="bgShp" presStyleIdx="0" presStyleCnt="3"/>
      <dgm:spPr/>
    </dgm:pt>
    <dgm:pt modelId="{20393E0D-4338-401A-8B47-16681F75BA67}" type="pres">
      <dgm:prSet presAssocID="{A9FF454D-DF5A-40EB-B9BC-EEB6FBF2BC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934BE41-C664-43E5-93F4-841050E0E9E2}" type="pres">
      <dgm:prSet presAssocID="{A9FF454D-DF5A-40EB-B9BC-EEB6FBF2BC23}" presName="spaceRect" presStyleCnt="0"/>
      <dgm:spPr/>
    </dgm:pt>
    <dgm:pt modelId="{EDF727C0-6B7B-4731-8852-21D1C8113362}" type="pres">
      <dgm:prSet presAssocID="{A9FF454D-DF5A-40EB-B9BC-EEB6FBF2BC23}" presName="parTx" presStyleLbl="revTx" presStyleIdx="0" presStyleCnt="3">
        <dgm:presLayoutVars>
          <dgm:chMax val="0"/>
          <dgm:chPref val="0"/>
        </dgm:presLayoutVars>
      </dgm:prSet>
      <dgm:spPr/>
    </dgm:pt>
    <dgm:pt modelId="{BD4C40AF-5732-4C07-8F8D-A1F4D733F439}" type="pres">
      <dgm:prSet presAssocID="{2488D189-F999-4BA6-BBAD-FF88290F36CB}" presName="sibTrans" presStyleCnt="0"/>
      <dgm:spPr/>
    </dgm:pt>
    <dgm:pt modelId="{B623DAC0-9932-434D-937A-03F4B3827620}" type="pres">
      <dgm:prSet presAssocID="{B309DC70-4DB0-4100-8AAF-74D5B93617F4}" presName="compNode" presStyleCnt="0"/>
      <dgm:spPr/>
    </dgm:pt>
    <dgm:pt modelId="{985F8159-BE53-4A29-9939-2C312F63E328}" type="pres">
      <dgm:prSet presAssocID="{B309DC70-4DB0-4100-8AAF-74D5B93617F4}" presName="bgRect" presStyleLbl="bgShp" presStyleIdx="1" presStyleCnt="3"/>
      <dgm:spPr/>
    </dgm:pt>
    <dgm:pt modelId="{7953DC15-FDA5-46DC-99F7-E5C7568FBD02}" type="pres">
      <dgm:prSet presAssocID="{B309DC70-4DB0-4100-8AAF-74D5B93617F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F90C7037-F4E4-4F6E-85F0-7E144920958D}" type="pres">
      <dgm:prSet presAssocID="{B309DC70-4DB0-4100-8AAF-74D5B93617F4}" presName="spaceRect" presStyleCnt="0"/>
      <dgm:spPr/>
    </dgm:pt>
    <dgm:pt modelId="{73C069EE-1A72-4A64-AC0C-46CE5A460D82}" type="pres">
      <dgm:prSet presAssocID="{B309DC70-4DB0-4100-8AAF-74D5B93617F4}" presName="parTx" presStyleLbl="revTx" presStyleIdx="1" presStyleCnt="3">
        <dgm:presLayoutVars>
          <dgm:chMax val="0"/>
          <dgm:chPref val="0"/>
        </dgm:presLayoutVars>
      </dgm:prSet>
      <dgm:spPr/>
    </dgm:pt>
    <dgm:pt modelId="{15F12183-3FEF-4C10-BEDF-973B287F8823}" type="pres">
      <dgm:prSet presAssocID="{0D7421B4-5100-4E68-A43B-A4F872FA9B7C}" presName="sibTrans" presStyleCnt="0"/>
      <dgm:spPr/>
    </dgm:pt>
    <dgm:pt modelId="{F79532C5-036B-46FA-9733-75389BCAC551}" type="pres">
      <dgm:prSet presAssocID="{12A4D4F3-272C-4053-B0E2-336857F6281C}" presName="compNode" presStyleCnt="0"/>
      <dgm:spPr/>
    </dgm:pt>
    <dgm:pt modelId="{AE007C4B-CE45-46D1-8240-FE747E31346C}" type="pres">
      <dgm:prSet presAssocID="{12A4D4F3-272C-4053-B0E2-336857F6281C}" presName="bgRect" presStyleLbl="bgShp" presStyleIdx="2" presStyleCnt="3"/>
      <dgm:spPr/>
    </dgm:pt>
    <dgm:pt modelId="{4C88F125-13CA-4A61-BF7F-B8D99955B3D0}" type="pres">
      <dgm:prSet presAssocID="{12A4D4F3-272C-4053-B0E2-336857F628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EF1200B-D382-4761-9449-B684525BAFFB}" type="pres">
      <dgm:prSet presAssocID="{12A4D4F3-272C-4053-B0E2-336857F6281C}" presName="spaceRect" presStyleCnt="0"/>
      <dgm:spPr/>
    </dgm:pt>
    <dgm:pt modelId="{E5A28991-8644-48E5-A23F-E0021C64699F}" type="pres">
      <dgm:prSet presAssocID="{12A4D4F3-272C-4053-B0E2-336857F6281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2CC7C19-211D-4725-AFD9-FD116663A972}" type="presOf" srcId="{DA2634A6-1EB4-4C19-A03C-9FC6FD39BF78}" destId="{F71BE70D-5546-47D3-85D2-34387D4DE44A}" srcOrd="0" destOrd="0" presId="urn:microsoft.com/office/officeart/2018/2/layout/IconVerticalSolidList"/>
    <dgm:cxn modelId="{70852630-ED41-4B4E-AC5D-677BE8F65A77}" srcId="{DA2634A6-1EB4-4C19-A03C-9FC6FD39BF78}" destId="{A9FF454D-DF5A-40EB-B9BC-EEB6FBF2BC23}" srcOrd="0" destOrd="0" parTransId="{C95E6B89-327A-4273-9EA7-8704313A94D1}" sibTransId="{2488D189-F999-4BA6-BBAD-FF88290F36CB}"/>
    <dgm:cxn modelId="{F06E2D44-BA8D-4AA8-9C9A-C67E8E59C3F8}" srcId="{DA2634A6-1EB4-4C19-A03C-9FC6FD39BF78}" destId="{B309DC70-4DB0-4100-8AAF-74D5B93617F4}" srcOrd="1" destOrd="0" parTransId="{7B3DD78E-C83A-4E33-83E4-27FA7371B92D}" sibTransId="{0D7421B4-5100-4E68-A43B-A4F872FA9B7C}"/>
    <dgm:cxn modelId="{1D89E18C-B0A9-4392-8136-254EA342F543}" type="presOf" srcId="{B309DC70-4DB0-4100-8AAF-74D5B93617F4}" destId="{73C069EE-1A72-4A64-AC0C-46CE5A460D82}" srcOrd="0" destOrd="0" presId="urn:microsoft.com/office/officeart/2018/2/layout/IconVerticalSolidList"/>
    <dgm:cxn modelId="{87D6FCC0-8CF7-41AC-A67D-3112265D212E}" srcId="{DA2634A6-1EB4-4C19-A03C-9FC6FD39BF78}" destId="{12A4D4F3-272C-4053-B0E2-336857F6281C}" srcOrd="2" destOrd="0" parTransId="{E2BC97B9-A819-4891-8F9A-37AF21F3E867}" sibTransId="{602B0D39-2235-4626-A9A3-200DB77996BB}"/>
    <dgm:cxn modelId="{184676E1-B16F-42D9-8D58-84D524F22F09}" type="presOf" srcId="{12A4D4F3-272C-4053-B0E2-336857F6281C}" destId="{E5A28991-8644-48E5-A23F-E0021C64699F}" srcOrd="0" destOrd="0" presId="urn:microsoft.com/office/officeart/2018/2/layout/IconVerticalSolidList"/>
    <dgm:cxn modelId="{98A4AEE1-30F8-432F-90F2-8148005D73F1}" type="presOf" srcId="{A9FF454D-DF5A-40EB-B9BC-EEB6FBF2BC23}" destId="{EDF727C0-6B7B-4731-8852-21D1C8113362}" srcOrd="0" destOrd="0" presId="urn:microsoft.com/office/officeart/2018/2/layout/IconVerticalSolidList"/>
    <dgm:cxn modelId="{34B2126E-835E-43B4-852B-F62FE8429B8A}" type="presParOf" srcId="{F71BE70D-5546-47D3-85D2-34387D4DE44A}" destId="{743A8123-15A5-44B8-B0E5-B6BA9AC09FFE}" srcOrd="0" destOrd="0" presId="urn:microsoft.com/office/officeart/2018/2/layout/IconVerticalSolidList"/>
    <dgm:cxn modelId="{70AEC069-DE59-45B3-AC07-F7E5744938A1}" type="presParOf" srcId="{743A8123-15A5-44B8-B0E5-B6BA9AC09FFE}" destId="{B3AB33D2-E349-49DC-91F9-20014E5C49BB}" srcOrd="0" destOrd="0" presId="urn:microsoft.com/office/officeart/2018/2/layout/IconVerticalSolidList"/>
    <dgm:cxn modelId="{3731AC28-B6D3-4C4A-B501-7939A131FD93}" type="presParOf" srcId="{743A8123-15A5-44B8-B0E5-B6BA9AC09FFE}" destId="{20393E0D-4338-401A-8B47-16681F75BA67}" srcOrd="1" destOrd="0" presId="urn:microsoft.com/office/officeart/2018/2/layout/IconVerticalSolidList"/>
    <dgm:cxn modelId="{725AE3F5-B5D6-4AFC-A6B9-DE96E2C666BC}" type="presParOf" srcId="{743A8123-15A5-44B8-B0E5-B6BA9AC09FFE}" destId="{B934BE41-C664-43E5-93F4-841050E0E9E2}" srcOrd="2" destOrd="0" presId="urn:microsoft.com/office/officeart/2018/2/layout/IconVerticalSolidList"/>
    <dgm:cxn modelId="{51E513FD-B046-46C5-97D5-EBEEA69EBBFC}" type="presParOf" srcId="{743A8123-15A5-44B8-B0E5-B6BA9AC09FFE}" destId="{EDF727C0-6B7B-4731-8852-21D1C8113362}" srcOrd="3" destOrd="0" presId="urn:microsoft.com/office/officeart/2018/2/layout/IconVerticalSolidList"/>
    <dgm:cxn modelId="{5E6E209F-5A20-4FF9-815C-7ADDE11C02A4}" type="presParOf" srcId="{F71BE70D-5546-47D3-85D2-34387D4DE44A}" destId="{BD4C40AF-5732-4C07-8F8D-A1F4D733F439}" srcOrd="1" destOrd="0" presId="urn:microsoft.com/office/officeart/2018/2/layout/IconVerticalSolidList"/>
    <dgm:cxn modelId="{C10D6C65-DDD8-424B-8C75-B1DEFFEC80AF}" type="presParOf" srcId="{F71BE70D-5546-47D3-85D2-34387D4DE44A}" destId="{B623DAC0-9932-434D-937A-03F4B3827620}" srcOrd="2" destOrd="0" presId="urn:microsoft.com/office/officeart/2018/2/layout/IconVerticalSolidList"/>
    <dgm:cxn modelId="{C4915A7C-2DF8-423C-B6B1-0026EA70AC56}" type="presParOf" srcId="{B623DAC0-9932-434D-937A-03F4B3827620}" destId="{985F8159-BE53-4A29-9939-2C312F63E328}" srcOrd="0" destOrd="0" presId="urn:microsoft.com/office/officeart/2018/2/layout/IconVerticalSolidList"/>
    <dgm:cxn modelId="{DF2A14E5-4710-4046-87E6-4F18A83F8275}" type="presParOf" srcId="{B623DAC0-9932-434D-937A-03F4B3827620}" destId="{7953DC15-FDA5-46DC-99F7-E5C7568FBD02}" srcOrd="1" destOrd="0" presId="urn:microsoft.com/office/officeart/2018/2/layout/IconVerticalSolidList"/>
    <dgm:cxn modelId="{63296602-0A40-4298-962A-BE0C415526CC}" type="presParOf" srcId="{B623DAC0-9932-434D-937A-03F4B3827620}" destId="{F90C7037-F4E4-4F6E-85F0-7E144920958D}" srcOrd="2" destOrd="0" presId="urn:microsoft.com/office/officeart/2018/2/layout/IconVerticalSolidList"/>
    <dgm:cxn modelId="{EA2312D3-CD16-44FF-942E-9508A9E94D18}" type="presParOf" srcId="{B623DAC0-9932-434D-937A-03F4B3827620}" destId="{73C069EE-1A72-4A64-AC0C-46CE5A460D82}" srcOrd="3" destOrd="0" presId="urn:microsoft.com/office/officeart/2018/2/layout/IconVerticalSolidList"/>
    <dgm:cxn modelId="{4552DBD5-AAD4-4889-A571-839184003F4A}" type="presParOf" srcId="{F71BE70D-5546-47D3-85D2-34387D4DE44A}" destId="{15F12183-3FEF-4C10-BEDF-973B287F8823}" srcOrd="3" destOrd="0" presId="urn:microsoft.com/office/officeart/2018/2/layout/IconVerticalSolidList"/>
    <dgm:cxn modelId="{0DBF7B0E-D8A3-491C-81F1-EB3FCCB7DE51}" type="presParOf" srcId="{F71BE70D-5546-47D3-85D2-34387D4DE44A}" destId="{F79532C5-036B-46FA-9733-75389BCAC551}" srcOrd="4" destOrd="0" presId="urn:microsoft.com/office/officeart/2018/2/layout/IconVerticalSolidList"/>
    <dgm:cxn modelId="{AC960F4B-57AF-4F35-8F44-81283D4E2B26}" type="presParOf" srcId="{F79532C5-036B-46FA-9733-75389BCAC551}" destId="{AE007C4B-CE45-46D1-8240-FE747E31346C}" srcOrd="0" destOrd="0" presId="urn:microsoft.com/office/officeart/2018/2/layout/IconVerticalSolidList"/>
    <dgm:cxn modelId="{A8C4B760-E674-4A64-A9C0-E2F8B8A7A6A9}" type="presParOf" srcId="{F79532C5-036B-46FA-9733-75389BCAC551}" destId="{4C88F125-13CA-4A61-BF7F-B8D99955B3D0}" srcOrd="1" destOrd="0" presId="urn:microsoft.com/office/officeart/2018/2/layout/IconVerticalSolidList"/>
    <dgm:cxn modelId="{160898EE-6F8D-4A8D-A196-9D7AECB16290}" type="presParOf" srcId="{F79532C5-036B-46FA-9733-75389BCAC551}" destId="{6EF1200B-D382-4761-9449-B684525BAFFB}" srcOrd="2" destOrd="0" presId="urn:microsoft.com/office/officeart/2018/2/layout/IconVerticalSolidList"/>
    <dgm:cxn modelId="{3E1CA1EA-29A2-4816-8F11-212A4EDFF8FB}" type="presParOf" srcId="{F79532C5-036B-46FA-9733-75389BCAC551}" destId="{E5A28991-8644-48E5-A23F-E0021C6469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BC1A20-568A-4BD4-B6F7-E5088CC9CE59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D0B3F0B-3F7D-43BD-AB9C-5D600526902F}">
      <dgm:prSet/>
      <dgm:spPr/>
      <dgm:t>
        <a:bodyPr/>
        <a:lstStyle/>
        <a:p>
          <a:r>
            <a:rPr lang="en-US" b="1"/>
            <a:t>Scalability:</a:t>
          </a:r>
          <a:r>
            <a:rPr lang="en-US"/>
            <a:t> 3-Tier Architecture allows for seamless scaling by distributing workloads across different application tiers effectively. </a:t>
          </a:r>
        </a:p>
      </dgm:t>
    </dgm:pt>
    <dgm:pt modelId="{1BFCDF7F-EF92-445A-A7AF-48F4AE3C3584}" type="parTrans" cxnId="{BB181D54-D5B7-4C13-AC53-BA55801189BB}">
      <dgm:prSet/>
      <dgm:spPr/>
      <dgm:t>
        <a:bodyPr/>
        <a:lstStyle/>
        <a:p>
          <a:endParaRPr lang="en-US"/>
        </a:p>
      </dgm:t>
    </dgm:pt>
    <dgm:pt modelId="{C4BA1190-F428-492B-9C77-FD37867E5104}" type="sibTrans" cxnId="{BB181D54-D5B7-4C13-AC53-BA55801189BB}">
      <dgm:prSet/>
      <dgm:spPr/>
      <dgm:t>
        <a:bodyPr/>
        <a:lstStyle/>
        <a:p>
          <a:endParaRPr lang="en-US"/>
        </a:p>
      </dgm:t>
    </dgm:pt>
    <dgm:pt modelId="{680045B4-5EE4-4050-8C9E-30EC34490159}">
      <dgm:prSet/>
      <dgm:spPr/>
      <dgm:t>
        <a:bodyPr/>
        <a:lstStyle/>
        <a:p>
          <a:r>
            <a:rPr lang="en-US" b="1"/>
            <a:t>Flexibility:</a:t>
          </a:r>
          <a:r>
            <a:rPr lang="en-US"/>
            <a:t> This architecture provides design flexibility, enabling the evolution of individual layers without major system overhauls. </a:t>
          </a:r>
        </a:p>
      </dgm:t>
    </dgm:pt>
    <dgm:pt modelId="{A65F9441-58F5-4DC5-9DF0-078FA2C30E93}" type="parTrans" cxnId="{77C95187-A46C-4D74-A393-04D46532359F}">
      <dgm:prSet/>
      <dgm:spPr/>
      <dgm:t>
        <a:bodyPr/>
        <a:lstStyle/>
        <a:p>
          <a:endParaRPr lang="en-US"/>
        </a:p>
      </dgm:t>
    </dgm:pt>
    <dgm:pt modelId="{04ABA142-2803-4C17-97B2-018C4E456F9D}" type="sibTrans" cxnId="{77C95187-A46C-4D74-A393-04D46532359F}">
      <dgm:prSet/>
      <dgm:spPr/>
      <dgm:t>
        <a:bodyPr/>
        <a:lstStyle/>
        <a:p>
          <a:endParaRPr lang="en-US"/>
        </a:p>
      </dgm:t>
    </dgm:pt>
    <dgm:pt modelId="{7E183C12-4D7A-4515-BAC9-B6296B79D3A0}">
      <dgm:prSet/>
      <dgm:spPr/>
      <dgm:t>
        <a:bodyPr/>
        <a:lstStyle/>
        <a:p>
          <a:r>
            <a:rPr lang="en-US" b="1"/>
            <a:t>Improved Security:</a:t>
          </a:r>
          <a:r>
            <a:rPr lang="en-US"/>
            <a:t> Each tier can implement specific security measures, enhancing overall application protection against potential threats. </a:t>
          </a:r>
        </a:p>
      </dgm:t>
    </dgm:pt>
    <dgm:pt modelId="{2CE8E843-B0C5-4632-845A-27E7B0A18519}" type="parTrans" cxnId="{101D5A6F-5A0E-46D1-B964-FBF7DE2A8050}">
      <dgm:prSet/>
      <dgm:spPr/>
      <dgm:t>
        <a:bodyPr/>
        <a:lstStyle/>
        <a:p>
          <a:endParaRPr lang="en-US"/>
        </a:p>
      </dgm:t>
    </dgm:pt>
    <dgm:pt modelId="{25F74F61-8323-48DD-9751-936CC31844AB}" type="sibTrans" cxnId="{101D5A6F-5A0E-46D1-B964-FBF7DE2A8050}">
      <dgm:prSet/>
      <dgm:spPr/>
      <dgm:t>
        <a:bodyPr/>
        <a:lstStyle/>
        <a:p>
          <a:endParaRPr lang="en-US"/>
        </a:p>
      </dgm:t>
    </dgm:pt>
    <dgm:pt modelId="{578FD149-7992-4451-B8B6-91F46C28E356}" type="pres">
      <dgm:prSet presAssocID="{16BC1A20-568A-4BD4-B6F7-E5088CC9CE59}" presName="outerComposite" presStyleCnt="0">
        <dgm:presLayoutVars>
          <dgm:chMax val="5"/>
          <dgm:dir/>
          <dgm:resizeHandles val="exact"/>
        </dgm:presLayoutVars>
      </dgm:prSet>
      <dgm:spPr/>
    </dgm:pt>
    <dgm:pt modelId="{1B4BC826-DA86-414D-8CF8-495F45498D59}" type="pres">
      <dgm:prSet presAssocID="{16BC1A20-568A-4BD4-B6F7-E5088CC9CE59}" presName="dummyMaxCanvas" presStyleCnt="0">
        <dgm:presLayoutVars/>
      </dgm:prSet>
      <dgm:spPr/>
    </dgm:pt>
    <dgm:pt modelId="{8120D24B-3EB9-4C62-8A35-DB00243568C9}" type="pres">
      <dgm:prSet presAssocID="{16BC1A20-568A-4BD4-B6F7-E5088CC9CE59}" presName="ThreeNodes_1" presStyleLbl="node1" presStyleIdx="0" presStyleCnt="3">
        <dgm:presLayoutVars>
          <dgm:bulletEnabled val="1"/>
        </dgm:presLayoutVars>
      </dgm:prSet>
      <dgm:spPr/>
    </dgm:pt>
    <dgm:pt modelId="{E45FAB98-A829-4A97-AD6A-12370FC7C3DE}" type="pres">
      <dgm:prSet presAssocID="{16BC1A20-568A-4BD4-B6F7-E5088CC9CE59}" presName="ThreeNodes_2" presStyleLbl="node1" presStyleIdx="1" presStyleCnt="3">
        <dgm:presLayoutVars>
          <dgm:bulletEnabled val="1"/>
        </dgm:presLayoutVars>
      </dgm:prSet>
      <dgm:spPr/>
    </dgm:pt>
    <dgm:pt modelId="{F462A5B4-4A7F-43A0-91D8-EA5FB97BA2DB}" type="pres">
      <dgm:prSet presAssocID="{16BC1A20-568A-4BD4-B6F7-E5088CC9CE59}" presName="ThreeNodes_3" presStyleLbl="node1" presStyleIdx="2" presStyleCnt="3">
        <dgm:presLayoutVars>
          <dgm:bulletEnabled val="1"/>
        </dgm:presLayoutVars>
      </dgm:prSet>
      <dgm:spPr/>
    </dgm:pt>
    <dgm:pt modelId="{3D0A513E-8D38-4F15-B39E-108F83F27A19}" type="pres">
      <dgm:prSet presAssocID="{16BC1A20-568A-4BD4-B6F7-E5088CC9CE59}" presName="ThreeConn_1-2" presStyleLbl="fgAccFollowNode1" presStyleIdx="0" presStyleCnt="2">
        <dgm:presLayoutVars>
          <dgm:bulletEnabled val="1"/>
        </dgm:presLayoutVars>
      </dgm:prSet>
      <dgm:spPr/>
    </dgm:pt>
    <dgm:pt modelId="{02F3FAF9-FA4E-40D2-8443-A82EA24D7A43}" type="pres">
      <dgm:prSet presAssocID="{16BC1A20-568A-4BD4-B6F7-E5088CC9CE59}" presName="ThreeConn_2-3" presStyleLbl="fgAccFollowNode1" presStyleIdx="1" presStyleCnt="2">
        <dgm:presLayoutVars>
          <dgm:bulletEnabled val="1"/>
        </dgm:presLayoutVars>
      </dgm:prSet>
      <dgm:spPr/>
    </dgm:pt>
    <dgm:pt modelId="{24C2FF63-8B4F-42BB-98F3-C74A86D39268}" type="pres">
      <dgm:prSet presAssocID="{16BC1A20-568A-4BD4-B6F7-E5088CC9CE59}" presName="ThreeNodes_1_text" presStyleLbl="node1" presStyleIdx="2" presStyleCnt="3">
        <dgm:presLayoutVars>
          <dgm:bulletEnabled val="1"/>
        </dgm:presLayoutVars>
      </dgm:prSet>
      <dgm:spPr/>
    </dgm:pt>
    <dgm:pt modelId="{156EDCE2-A926-4A82-98FC-B071A81E9E9A}" type="pres">
      <dgm:prSet presAssocID="{16BC1A20-568A-4BD4-B6F7-E5088CC9CE59}" presName="ThreeNodes_2_text" presStyleLbl="node1" presStyleIdx="2" presStyleCnt="3">
        <dgm:presLayoutVars>
          <dgm:bulletEnabled val="1"/>
        </dgm:presLayoutVars>
      </dgm:prSet>
      <dgm:spPr/>
    </dgm:pt>
    <dgm:pt modelId="{8B008605-4350-40CA-9CBD-BF8429781DEA}" type="pres">
      <dgm:prSet presAssocID="{16BC1A20-568A-4BD4-B6F7-E5088CC9CE5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2E57002-69D8-4BD7-84E1-2CDD0E681735}" type="presOf" srcId="{9D0B3F0B-3F7D-43BD-AB9C-5D600526902F}" destId="{8120D24B-3EB9-4C62-8A35-DB00243568C9}" srcOrd="0" destOrd="0" presId="urn:microsoft.com/office/officeart/2005/8/layout/vProcess5"/>
    <dgm:cxn modelId="{E2543120-1F7B-4FCF-AF53-12AB74187381}" type="presOf" srcId="{9D0B3F0B-3F7D-43BD-AB9C-5D600526902F}" destId="{24C2FF63-8B4F-42BB-98F3-C74A86D39268}" srcOrd="1" destOrd="0" presId="urn:microsoft.com/office/officeart/2005/8/layout/vProcess5"/>
    <dgm:cxn modelId="{947BC14B-4308-4A40-AC9A-862B287177FB}" type="presOf" srcId="{C4BA1190-F428-492B-9C77-FD37867E5104}" destId="{3D0A513E-8D38-4F15-B39E-108F83F27A19}" srcOrd="0" destOrd="0" presId="urn:microsoft.com/office/officeart/2005/8/layout/vProcess5"/>
    <dgm:cxn modelId="{BB181D54-D5B7-4C13-AC53-BA55801189BB}" srcId="{16BC1A20-568A-4BD4-B6F7-E5088CC9CE59}" destId="{9D0B3F0B-3F7D-43BD-AB9C-5D600526902F}" srcOrd="0" destOrd="0" parTransId="{1BFCDF7F-EF92-445A-A7AF-48F4AE3C3584}" sibTransId="{C4BA1190-F428-492B-9C77-FD37867E5104}"/>
    <dgm:cxn modelId="{4B0EBB5A-3E72-4786-98E0-D1E7EADCAA03}" type="presOf" srcId="{680045B4-5EE4-4050-8C9E-30EC34490159}" destId="{E45FAB98-A829-4A97-AD6A-12370FC7C3DE}" srcOrd="0" destOrd="0" presId="urn:microsoft.com/office/officeart/2005/8/layout/vProcess5"/>
    <dgm:cxn modelId="{101D5A6F-5A0E-46D1-B964-FBF7DE2A8050}" srcId="{16BC1A20-568A-4BD4-B6F7-E5088CC9CE59}" destId="{7E183C12-4D7A-4515-BAC9-B6296B79D3A0}" srcOrd="2" destOrd="0" parTransId="{2CE8E843-B0C5-4632-845A-27E7B0A18519}" sibTransId="{25F74F61-8323-48DD-9751-936CC31844AB}"/>
    <dgm:cxn modelId="{6C698E72-1BBD-489C-84FA-F46F124A28CD}" type="presOf" srcId="{16BC1A20-568A-4BD4-B6F7-E5088CC9CE59}" destId="{578FD149-7992-4451-B8B6-91F46C28E356}" srcOrd="0" destOrd="0" presId="urn:microsoft.com/office/officeart/2005/8/layout/vProcess5"/>
    <dgm:cxn modelId="{77C95187-A46C-4D74-A393-04D46532359F}" srcId="{16BC1A20-568A-4BD4-B6F7-E5088CC9CE59}" destId="{680045B4-5EE4-4050-8C9E-30EC34490159}" srcOrd="1" destOrd="0" parTransId="{A65F9441-58F5-4DC5-9DF0-078FA2C30E93}" sibTransId="{04ABA142-2803-4C17-97B2-018C4E456F9D}"/>
    <dgm:cxn modelId="{26567299-C361-4793-A098-CF237AD61D49}" type="presOf" srcId="{680045B4-5EE4-4050-8C9E-30EC34490159}" destId="{156EDCE2-A926-4A82-98FC-B071A81E9E9A}" srcOrd="1" destOrd="0" presId="urn:microsoft.com/office/officeart/2005/8/layout/vProcess5"/>
    <dgm:cxn modelId="{3F69AEE4-CDBB-4D05-91DA-410275DD1F9D}" type="presOf" srcId="{04ABA142-2803-4C17-97B2-018C4E456F9D}" destId="{02F3FAF9-FA4E-40D2-8443-A82EA24D7A43}" srcOrd="0" destOrd="0" presId="urn:microsoft.com/office/officeart/2005/8/layout/vProcess5"/>
    <dgm:cxn modelId="{1D3109E6-A52E-4BA0-A1EC-96EEBBC1339D}" type="presOf" srcId="{7E183C12-4D7A-4515-BAC9-B6296B79D3A0}" destId="{F462A5B4-4A7F-43A0-91D8-EA5FB97BA2DB}" srcOrd="0" destOrd="0" presId="urn:microsoft.com/office/officeart/2005/8/layout/vProcess5"/>
    <dgm:cxn modelId="{4CF558F8-FF7A-466E-97EE-3B8946061645}" type="presOf" srcId="{7E183C12-4D7A-4515-BAC9-B6296B79D3A0}" destId="{8B008605-4350-40CA-9CBD-BF8429781DEA}" srcOrd="1" destOrd="0" presId="urn:microsoft.com/office/officeart/2005/8/layout/vProcess5"/>
    <dgm:cxn modelId="{E641BE74-CA0B-4D8A-A5EB-7DF705A4998F}" type="presParOf" srcId="{578FD149-7992-4451-B8B6-91F46C28E356}" destId="{1B4BC826-DA86-414D-8CF8-495F45498D59}" srcOrd="0" destOrd="0" presId="urn:microsoft.com/office/officeart/2005/8/layout/vProcess5"/>
    <dgm:cxn modelId="{D9A9F1B0-94D7-40F1-BA1F-6E179DFD45E3}" type="presParOf" srcId="{578FD149-7992-4451-B8B6-91F46C28E356}" destId="{8120D24B-3EB9-4C62-8A35-DB00243568C9}" srcOrd="1" destOrd="0" presId="urn:microsoft.com/office/officeart/2005/8/layout/vProcess5"/>
    <dgm:cxn modelId="{220C3F76-9538-429D-AEFE-B3B64C78C6C0}" type="presParOf" srcId="{578FD149-7992-4451-B8B6-91F46C28E356}" destId="{E45FAB98-A829-4A97-AD6A-12370FC7C3DE}" srcOrd="2" destOrd="0" presId="urn:microsoft.com/office/officeart/2005/8/layout/vProcess5"/>
    <dgm:cxn modelId="{2B212C62-A77C-48D3-ABD3-48AB8795274C}" type="presParOf" srcId="{578FD149-7992-4451-B8B6-91F46C28E356}" destId="{F462A5B4-4A7F-43A0-91D8-EA5FB97BA2DB}" srcOrd="3" destOrd="0" presId="urn:microsoft.com/office/officeart/2005/8/layout/vProcess5"/>
    <dgm:cxn modelId="{6BDA291D-A2AE-48C7-8E9F-EA6B4F5BAD03}" type="presParOf" srcId="{578FD149-7992-4451-B8B6-91F46C28E356}" destId="{3D0A513E-8D38-4F15-B39E-108F83F27A19}" srcOrd="4" destOrd="0" presId="urn:microsoft.com/office/officeart/2005/8/layout/vProcess5"/>
    <dgm:cxn modelId="{30DA4E63-E9D8-4743-BE1C-5AB01F9655D8}" type="presParOf" srcId="{578FD149-7992-4451-B8B6-91F46C28E356}" destId="{02F3FAF9-FA4E-40D2-8443-A82EA24D7A43}" srcOrd="5" destOrd="0" presId="urn:microsoft.com/office/officeart/2005/8/layout/vProcess5"/>
    <dgm:cxn modelId="{AAEBB386-DDCC-40FF-9B10-6452B01C559B}" type="presParOf" srcId="{578FD149-7992-4451-B8B6-91F46C28E356}" destId="{24C2FF63-8B4F-42BB-98F3-C74A86D39268}" srcOrd="6" destOrd="0" presId="urn:microsoft.com/office/officeart/2005/8/layout/vProcess5"/>
    <dgm:cxn modelId="{6C59CA76-98DF-4375-808C-D7D7BFB80BD7}" type="presParOf" srcId="{578FD149-7992-4451-B8B6-91F46C28E356}" destId="{156EDCE2-A926-4A82-98FC-B071A81E9E9A}" srcOrd="7" destOrd="0" presId="urn:microsoft.com/office/officeart/2005/8/layout/vProcess5"/>
    <dgm:cxn modelId="{82246016-DC25-4003-95C9-BBE1944DA4FA}" type="presParOf" srcId="{578FD149-7992-4451-B8B6-91F46C28E356}" destId="{8B008605-4350-40CA-9CBD-BF8429781DE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AB8856-419C-4524-9481-BB0E785025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E95E2A-6B9F-44E0-B3FF-141312B97BA3}">
      <dgm:prSet/>
      <dgm:spPr/>
      <dgm:t>
        <a:bodyPr/>
        <a:lstStyle/>
        <a:p>
          <a:r>
            <a:rPr lang="en-US" b="1"/>
            <a:t>Presentation Tier:</a:t>
          </a:r>
          <a:r>
            <a:rPr lang="en-US"/>
            <a:t> Serves as the user interface, handling client requests and delivering content for user interactions. </a:t>
          </a:r>
        </a:p>
      </dgm:t>
    </dgm:pt>
    <dgm:pt modelId="{DA88593A-75A3-4072-947B-D22D721CBE78}" type="parTrans" cxnId="{27A08DBF-C71E-492D-89EB-4A31BBB92E36}">
      <dgm:prSet/>
      <dgm:spPr/>
      <dgm:t>
        <a:bodyPr/>
        <a:lstStyle/>
        <a:p>
          <a:endParaRPr lang="en-US"/>
        </a:p>
      </dgm:t>
    </dgm:pt>
    <dgm:pt modelId="{9A09C895-AEF1-4BE9-A8BF-77F5DAE7423B}" type="sibTrans" cxnId="{27A08DBF-C71E-492D-89EB-4A31BBB92E36}">
      <dgm:prSet/>
      <dgm:spPr/>
      <dgm:t>
        <a:bodyPr/>
        <a:lstStyle/>
        <a:p>
          <a:endParaRPr lang="en-US"/>
        </a:p>
      </dgm:t>
    </dgm:pt>
    <dgm:pt modelId="{988D8D2B-8C51-4212-836B-36FF091695CA}">
      <dgm:prSet/>
      <dgm:spPr/>
      <dgm:t>
        <a:bodyPr/>
        <a:lstStyle/>
        <a:p>
          <a:r>
            <a:rPr lang="en-US" b="1"/>
            <a:t>Application Tier:</a:t>
          </a:r>
          <a:r>
            <a:rPr lang="en-US"/>
            <a:t> Processes business logic, coordinating between the Presentation and Data tiers to ensure efficient performance. </a:t>
          </a:r>
        </a:p>
      </dgm:t>
    </dgm:pt>
    <dgm:pt modelId="{18D19966-C620-43A9-85B7-88428FBA6BEB}" type="parTrans" cxnId="{3102A3E2-D107-4ACA-9FCF-0F2C347D3907}">
      <dgm:prSet/>
      <dgm:spPr/>
      <dgm:t>
        <a:bodyPr/>
        <a:lstStyle/>
        <a:p>
          <a:endParaRPr lang="en-US"/>
        </a:p>
      </dgm:t>
    </dgm:pt>
    <dgm:pt modelId="{47E7CC8A-7100-4D5E-A27F-91892EB4B47F}" type="sibTrans" cxnId="{3102A3E2-D107-4ACA-9FCF-0F2C347D3907}">
      <dgm:prSet/>
      <dgm:spPr/>
      <dgm:t>
        <a:bodyPr/>
        <a:lstStyle/>
        <a:p>
          <a:endParaRPr lang="en-US"/>
        </a:p>
      </dgm:t>
    </dgm:pt>
    <dgm:pt modelId="{62548249-35F4-4FE2-8857-764CB575E4FE}">
      <dgm:prSet/>
      <dgm:spPr/>
      <dgm:t>
        <a:bodyPr/>
        <a:lstStyle/>
        <a:p>
          <a:r>
            <a:rPr lang="en-US" b="1"/>
            <a:t>Data Tier:</a:t>
          </a:r>
          <a:r>
            <a:rPr lang="en-US"/>
            <a:t> Manages data storage, retrieval, and manipulation, ensuring data integrity and availability across applications. </a:t>
          </a:r>
        </a:p>
      </dgm:t>
    </dgm:pt>
    <dgm:pt modelId="{48C6603D-619B-4B57-ACC4-010D400F96F5}" type="parTrans" cxnId="{41017617-1DBC-4796-B0F4-4B3C4EA9F967}">
      <dgm:prSet/>
      <dgm:spPr/>
      <dgm:t>
        <a:bodyPr/>
        <a:lstStyle/>
        <a:p>
          <a:endParaRPr lang="en-US"/>
        </a:p>
      </dgm:t>
    </dgm:pt>
    <dgm:pt modelId="{02AC0EE8-07B9-49A7-B0DA-5560B746AE8F}" type="sibTrans" cxnId="{41017617-1DBC-4796-B0F4-4B3C4EA9F967}">
      <dgm:prSet/>
      <dgm:spPr/>
      <dgm:t>
        <a:bodyPr/>
        <a:lstStyle/>
        <a:p>
          <a:endParaRPr lang="en-US"/>
        </a:p>
      </dgm:t>
    </dgm:pt>
    <dgm:pt modelId="{E5110E58-A5C8-438B-B057-2CD58611B561}" type="pres">
      <dgm:prSet presAssocID="{92AB8856-419C-4524-9481-BB0E78502531}" presName="root" presStyleCnt="0">
        <dgm:presLayoutVars>
          <dgm:dir/>
          <dgm:resizeHandles val="exact"/>
        </dgm:presLayoutVars>
      </dgm:prSet>
      <dgm:spPr/>
    </dgm:pt>
    <dgm:pt modelId="{EE4CE656-6452-4123-ACBE-6CA3D4C3F6FD}" type="pres">
      <dgm:prSet presAssocID="{D0E95E2A-6B9F-44E0-B3FF-141312B97BA3}" presName="compNode" presStyleCnt="0"/>
      <dgm:spPr/>
    </dgm:pt>
    <dgm:pt modelId="{CF0BF794-487D-47BF-9288-3DF261FA9E93}" type="pres">
      <dgm:prSet presAssocID="{D0E95E2A-6B9F-44E0-B3FF-141312B97BA3}" presName="bgRect" presStyleLbl="bgShp" presStyleIdx="0" presStyleCnt="3"/>
      <dgm:spPr/>
    </dgm:pt>
    <dgm:pt modelId="{406BD718-9E5D-44B1-9249-5EA6E39A9280}" type="pres">
      <dgm:prSet presAssocID="{D0E95E2A-6B9F-44E0-B3FF-141312B97BA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C8E7EE1F-D31D-4DD0-BDD9-195808490D71}" type="pres">
      <dgm:prSet presAssocID="{D0E95E2A-6B9F-44E0-B3FF-141312B97BA3}" presName="spaceRect" presStyleCnt="0"/>
      <dgm:spPr/>
    </dgm:pt>
    <dgm:pt modelId="{8B27422A-89D3-4051-A096-0281E6A9D24D}" type="pres">
      <dgm:prSet presAssocID="{D0E95E2A-6B9F-44E0-B3FF-141312B97BA3}" presName="parTx" presStyleLbl="revTx" presStyleIdx="0" presStyleCnt="3">
        <dgm:presLayoutVars>
          <dgm:chMax val="0"/>
          <dgm:chPref val="0"/>
        </dgm:presLayoutVars>
      </dgm:prSet>
      <dgm:spPr/>
    </dgm:pt>
    <dgm:pt modelId="{F1F5EBE9-81B5-4A0D-A2B6-B571E048064C}" type="pres">
      <dgm:prSet presAssocID="{9A09C895-AEF1-4BE9-A8BF-77F5DAE7423B}" presName="sibTrans" presStyleCnt="0"/>
      <dgm:spPr/>
    </dgm:pt>
    <dgm:pt modelId="{6C917EB1-9F7C-4C02-805A-7013014F60FD}" type="pres">
      <dgm:prSet presAssocID="{988D8D2B-8C51-4212-836B-36FF091695CA}" presName="compNode" presStyleCnt="0"/>
      <dgm:spPr/>
    </dgm:pt>
    <dgm:pt modelId="{699D2B0B-8274-467C-8126-5C2F4DCD978B}" type="pres">
      <dgm:prSet presAssocID="{988D8D2B-8C51-4212-836B-36FF091695CA}" presName="bgRect" presStyleLbl="bgShp" presStyleIdx="1" presStyleCnt="3"/>
      <dgm:spPr/>
    </dgm:pt>
    <dgm:pt modelId="{1CAB2AA8-0A14-4F6E-9AB9-E8C5180D1DCE}" type="pres">
      <dgm:prSet presAssocID="{988D8D2B-8C51-4212-836B-36FF091695C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BEE2967-615B-44BA-98F8-12C041E84F96}" type="pres">
      <dgm:prSet presAssocID="{988D8D2B-8C51-4212-836B-36FF091695CA}" presName="spaceRect" presStyleCnt="0"/>
      <dgm:spPr/>
    </dgm:pt>
    <dgm:pt modelId="{4C5265A9-9120-416B-9072-A8E56AEED55E}" type="pres">
      <dgm:prSet presAssocID="{988D8D2B-8C51-4212-836B-36FF091695CA}" presName="parTx" presStyleLbl="revTx" presStyleIdx="1" presStyleCnt="3">
        <dgm:presLayoutVars>
          <dgm:chMax val="0"/>
          <dgm:chPref val="0"/>
        </dgm:presLayoutVars>
      </dgm:prSet>
      <dgm:spPr/>
    </dgm:pt>
    <dgm:pt modelId="{AAFB2960-8BF1-4AC6-9B08-EDBBACDA5A6F}" type="pres">
      <dgm:prSet presAssocID="{47E7CC8A-7100-4D5E-A27F-91892EB4B47F}" presName="sibTrans" presStyleCnt="0"/>
      <dgm:spPr/>
    </dgm:pt>
    <dgm:pt modelId="{08CA5D9D-F402-4BC1-A295-E89B4FB75E02}" type="pres">
      <dgm:prSet presAssocID="{62548249-35F4-4FE2-8857-764CB575E4FE}" presName="compNode" presStyleCnt="0"/>
      <dgm:spPr/>
    </dgm:pt>
    <dgm:pt modelId="{EE7B04EB-D182-42A1-BFAB-F8E8074BEBBE}" type="pres">
      <dgm:prSet presAssocID="{62548249-35F4-4FE2-8857-764CB575E4FE}" presName="bgRect" presStyleLbl="bgShp" presStyleIdx="2" presStyleCnt="3"/>
      <dgm:spPr/>
    </dgm:pt>
    <dgm:pt modelId="{A8A5E620-EDC8-462E-A080-982E052C2F10}" type="pres">
      <dgm:prSet presAssocID="{62548249-35F4-4FE2-8857-764CB575E4F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7417322-5C6E-4E2E-A9AB-896B21764A5C}" type="pres">
      <dgm:prSet presAssocID="{62548249-35F4-4FE2-8857-764CB575E4FE}" presName="spaceRect" presStyleCnt="0"/>
      <dgm:spPr/>
    </dgm:pt>
    <dgm:pt modelId="{6FB2C33F-7D9A-4FCF-B4EB-A28F1248D69A}" type="pres">
      <dgm:prSet presAssocID="{62548249-35F4-4FE2-8857-764CB575E4F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1017617-1DBC-4796-B0F4-4B3C4EA9F967}" srcId="{92AB8856-419C-4524-9481-BB0E78502531}" destId="{62548249-35F4-4FE2-8857-764CB575E4FE}" srcOrd="2" destOrd="0" parTransId="{48C6603D-619B-4B57-ACC4-010D400F96F5}" sibTransId="{02AC0EE8-07B9-49A7-B0DA-5560B746AE8F}"/>
    <dgm:cxn modelId="{935C1A19-98A1-4C9A-8578-9611487C7A9D}" type="presOf" srcId="{62548249-35F4-4FE2-8857-764CB575E4FE}" destId="{6FB2C33F-7D9A-4FCF-B4EB-A28F1248D69A}" srcOrd="0" destOrd="0" presId="urn:microsoft.com/office/officeart/2018/2/layout/IconVerticalSolidList"/>
    <dgm:cxn modelId="{FDC72645-3AF3-4202-919D-96BEE682B58E}" type="presOf" srcId="{988D8D2B-8C51-4212-836B-36FF091695CA}" destId="{4C5265A9-9120-416B-9072-A8E56AEED55E}" srcOrd="0" destOrd="0" presId="urn:microsoft.com/office/officeart/2018/2/layout/IconVerticalSolidList"/>
    <dgm:cxn modelId="{19E15F7B-4B26-4A4D-83F8-80AE750F1F1D}" type="presOf" srcId="{D0E95E2A-6B9F-44E0-B3FF-141312B97BA3}" destId="{8B27422A-89D3-4051-A096-0281E6A9D24D}" srcOrd="0" destOrd="0" presId="urn:microsoft.com/office/officeart/2018/2/layout/IconVerticalSolidList"/>
    <dgm:cxn modelId="{F9B0E495-05AD-43CE-9709-6D6E921E4CB4}" type="presOf" srcId="{92AB8856-419C-4524-9481-BB0E78502531}" destId="{E5110E58-A5C8-438B-B057-2CD58611B561}" srcOrd="0" destOrd="0" presId="urn:microsoft.com/office/officeart/2018/2/layout/IconVerticalSolidList"/>
    <dgm:cxn modelId="{27A08DBF-C71E-492D-89EB-4A31BBB92E36}" srcId="{92AB8856-419C-4524-9481-BB0E78502531}" destId="{D0E95E2A-6B9F-44E0-B3FF-141312B97BA3}" srcOrd="0" destOrd="0" parTransId="{DA88593A-75A3-4072-947B-D22D721CBE78}" sibTransId="{9A09C895-AEF1-4BE9-A8BF-77F5DAE7423B}"/>
    <dgm:cxn modelId="{3102A3E2-D107-4ACA-9FCF-0F2C347D3907}" srcId="{92AB8856-419C-4524-9481-BB0E78502531}" destId="{988D8D2B-8C51-4212-836B-36FF091695CA}" srcOrd="1" destOrd="0" parTransId="{18D19966-C620-43A9-85B7-88428FBA6BEB}" sibTransId="{47E7CC8A-7100-4D5E-A27F-91892EB4B47F}"/>
    <dgm:cxn modelId="{5EB23F5D-AA68-40F6-B2FD-6425FC943360}" type="presParOf" srcId="{E5110E58-A5C8-438B-B057-2CD58611B561}" destId="{EE4CE656-6452-4123-ACBE-6CA3D4C3F6FD}" srcOrd="0" destOrd="0" presId="urn:microsoft.com/office/officeart/2018/2/layout/IconVerticalSolidList"/>
    <dgm:cxn modelId="{DFC6EDF7-EED2-4B32-BC7D-1B72FB06A3BA}" type="presParOf" srcId="{EE4CE656-6452-4123-ACBE-6CA3D4C3F6FD}" destId="{CF0BF794-487D-47BF-9288-3DF261FA9E93}" srcOrd="0" destOrd="0" presId="urn:microsoft.com/office/officeart/2018/2/layout/IconVerticalSolidList"/>
    <dgm:cxn modelId="{B99894EE-B98F-4F34-B0C3-ACC9CC85FF5C}" type="presParOf" srcId="{EE4CE656-6452-4123-ACBE-6CA3D4C3F6FD}" destId="{406BD718-9E5D-44B1-9249-5EA6E39A9280}" srcOrd="1" destOrd="0" presId="urn:microsoft.com/office/officeart/2018/2/layout/IconVerticalSolidList"/>
    <dgm:cxn modelId="{5E1AC252-526B-46CB-8E58-BCE36B44B6AD}" type="presParOf" srcId="{EE4CE656-6452-4123-ACBE-6CA3D4C3F6FD}" destId="{C8E7EE1F-D31D-4DD0-BDD9-195808490D71}" srcOrd="2" destOrd="0" presId="urn:microsoft.com/office/officeart/2018/2/layout/IconVerticalSolidList"/>
    <dgm:cxn modelId="{3F29EA71-BAEE-4AE0-914C-A3A655D8D0F7}" type="presParOf" srcId="{EE4CE656-6452-4123-ACBE-6CA3D4C3F6FD}" destId="{8B27422A-89D3-4051-A096-0281E6A9D24D}" srcOrd="3" destOrd="0" presId="urn:microsoft.com/office/officeart/2018/2/layout/IconVerticalSolidList"/>
    <dgm:cxn modelId="{D0CFBEE9-914C-4C51-8BF6-297D01B5F9DF}" type="presParOf" srcId="{E5110E58-A5C8-438B-B057-2CD58611B561}" destId="{F1F5EBE9-81B5-4A0D-A2B6-B571E048064C}" srcOrd="1" destOrd="0" presId="urn:microsoft.com/office/officeart/2018/2/layout/IconVerticalSolidList"/>
    <dgm:cxn modelId="{F5E812D5-0FB8-432A-96CB-F99EBCD5FBAE}" type="presParOf" srcId="{E5110E58-A5C8-438B-B057-2CD58611B561}" destId="{6C917EB1-9F7C-4C02-805A-7013014F60FD}" srcOrd="2" destOrd="0" presId="urn:microsoft.com/office/officeart/2018/2/layout/IconVerticalSolidList"/>
    <dgm:cxn modelId="{57955A7F-8D5E-49D8-9079-3C7F7CB9A0A2}" type="presParOf" srcId="{6C917EB1-9F7C-4C02-805A-7013014F60FD}" destId="{699D2B0B-8274-467C-8126-5C2F4DCD978B}" srcOrd="0" destOrd="0" presId="urn:microsoft.com/office/officeart/2018/2/layout/IconVerticalSolidList"/>
    <dgm:cxn modelId="{AA3C1D2E-C13C-4572-8731-BE95B3E48D1A}" type="presParOf" srcId="{6C917EB1-9F7C-4C02-805A-7013014F60FD}" destId="{1CAB2AA8-0A14-4F6E-9AB9-E8C5180D1DCE}" srcOrd="1" destOrd="0" presId="urn:microsoft.com/office/officeart/2018/2/layout/IconVerticalSolidList"/>
    <dgm:cxn modelId="{E45CA4F3-D7E5-4AAD-8EA7-1A99C10A4C83}" type="presParOf" srcId="{6C917EB1-9F7C-4C02-805A-7013014F60FD}" destId="{5BEE2967-615B-44BA-98F8-12C041E84F96}" srcOrd="2" destOrd="0" presId="urn:microsoft.com/office/officeart/2018/2/layout/IconVerticalSolidList"/>
    <dgm:cxn modelId="{F4B621C2-6345-4475-A590-5D8C284D4F73}" type="presParOf" srcId="{6C917EB1-9F7C-4C02-805A-7013014F60FD}" destId="{4C5265A9-9120-416B-9072-A8E56AEED55E}" srcOrd="3" destOrd="0" presId="urn:microsoft.com/office/officeart/2018/2/layout/IconVerticalSolidList"/>
    <dgm:cxn modelId="{5682520E-6762-4648-8CF8-4DB6D9F1C9A7}" type="presParOf" srcId="{E5110E58-A5C8-438B-B057-2CD58611B561}" destId="{AAFB2960-8BF1-4AC6-9B08-EDBBACDA5A6F}" srcOrd="3" destOrd="0" presId="urn:microsoft.com/office/officeart/2018/2/layout/IconVerticalSolidList"/>
    <dgm:cxn modelId="{8F1C99A1-7F1B-4AFA-829C-FC6B56F74678}" type="presParOf" srcId="{E5110E58-A5C8-438B-B057-2CD58611B561}" destId="{08CA5D9D-F402-4BC1-A295-E89B4FB75E02}" srcOrd="4" destOrd="0" presId="urn:microsoft.com/office/officeart/2018/2/layout/IconVerticalSolidList"/>
    <dgm:cxn modelId="{1D81AB75-C991-4201-8564-095F867645B2}" type="presParOf" srcId="{08CA5D9D-F402-4BC1-A295-E89B4FB75E02}" destId="{EE7B04EB-D182-42A1-BFAB-F8E8074BEBBE}" srcOrd="0" destOrd="0" presId="urn:microsoft.com/office/officeart/2018/2/layout/IconVerticalSolidList"/>
    <dgm:cxn modelId="{25B57615-83F5-4A62-B13F-766999187FE7}" type="presParOf" srcId="{08CA5D9D-F402-4BC1-A295-E89B4FB75E02}" destId="{A8A5E620-EDC8-462E-A080-982E052C2F10}" srcOrd="1" destOrd="0" presId="urn:microsoft.com/office/officeart/2018/2/layout/IconVerticalSolidList"/>
    <dgm:cxn modelId="{B96C1AB3-8889-4EE1-BD2F-3729599DE2A4}" type="presParOf" srcId="{08CA5D9D-F402-4BC1-A295-E89B4FB75E02}" destId="{F7417322-5C6E-4E2E-A9AB-896B21764A5C}" srcOrd="2" destOrd="0" presId="urn:microsoft.com/office/officeart/2018/2/layout/IconVerticalSolidList"/>
    <dgm:cxn modelId="{32C50321-0FA3-49AA-B888-3CCDCA276423}" type="presParOf" srcId="{08CA5D9D-F402-4BC1-A295-E89B4FB75E02}" destId="{6FB2C33F-7D9A-4FCF-B4EB-A28F1248D6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AB33D2-E349-49DC-91F9-20014E5C49BB}">
      <dsp:nvSpPr>
        <dsp:cNvPr id="0" name=""/>
        <dsp:cNvSpPr/>
      </dsp:nvSpPr>
      <dsp:spPr>
        <a:xfrm>
          <a:off x="0" y="823"/>
          <a:ext cx="7019469" cy="19258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393E0D-4338-401A-8B47-16681F75BA67}">
      <dsp:nvSpPr>
        <dsp:cNvPr id="0" name=""/>
        <dsp:cNvSpPr/>
      </dsp:nvSpPr>
      <dsp:spPr>
        <a:xfrm>
          <a:off x="582576" y="434144"/>
          <a:ext cx="1059230" cy="10592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727C0-6B7B-4731-8852-21D1C8113362}">
      <dsp:nvSpPr>
        <dsp:cNvPr id="0" name=""/>
        <dsp:cNvSpPr/>
      </dsp:nvSpPr>
      <dsp:spPr>
        <a:xfrm>
          <a:off x="2224383" y="823"/>
          <a:ext cx="4795085" cy="1925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822" tIns="203822" rIns="203822" bIns="20382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Modularity Focus:</a:t>
          </a:r>
          <a:r>
            <a:rPr lang="en-US" sz="2100" kern="1200"/>
            <a:t> 3-Tier Architecture separates functionalities into layers, enhancing modularity and facilitating independent layer operation. </a:t>
          </a:r>
        </a:p>
      </dsp:txBody>
      <dsp:txXfrm>
        <a:off x="2224383" y="823"/>
        <a:ext cx="4795085" cy="1925873"/>
      </dsp:txXfrm>
    </dsp:sp>
    <dsp:sp modelId="{985F8159-BE53-4A29-9939-2C312F63E328}">
      <dsp:nvSpPr>
        <dsp:cNvPr id="0" name=""/>
        <dsp:cNvSpPr/>
      </dsp:nvSpPr>
      <dsp:spPr>
        <a:xfrm>
          <a:off x="0" y="2408164"/>
          <a:ext cx="7019469" cy="19258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3DC15-FDA5-46DC-99F7-E5C7568FBD02}">
      <dsp:nvSpPr>
        <dsp:cNvPr id="0" name=""/>
        <dsp:cNvSpPr/>
      </dsp:nvSpPr>
      <dsp:spPr>
        <a:xfrm>
          <a:off x="582576" y="2841485"/>
          <a:ext cx="1059230" cy="10592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069EE-1A72-4A64-AC0C-46CE5A460D82}">
      <dsp:nvSpPr>
        <dsp:cNvPr id="0" name=""/>
        <dsp:cNvSpPr/>
      </dsp:nvSpPr>
      <dsp:spPr>
        <a:xfrm>
          <a:off x="2224383" y="2408164"/>
          <a:ext cx="4795085" cy="1925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822" tIns="203822" rIns="203822" bIns="20382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Defined Interfaces:</a:t>
          </a:r>
          <a:r>
            <a:rPr lang="en-US" sz="2100" kern="1200"/>
            <a:t> Clear interfaces between layers improve communication, simplifying overall development, maintenance, and feature upgrades. </a:t>
          </a:r>
        </a:p>
      </dsp:txBody>
      <dsp:txXfrm>
        <a:off x="2224383" y="2408164"/>
        <a:ext cx="4795085" cy="1925873"/>
      </dsp:txXfrm>
    </dsp:sp>
    <dsp:sp modelId="{AE007C4B-CE45-46D1-8240-FE747E31346C}">
      <dsp:nvSpPr>
        <dsp:cNvPr id="0" name=""/>
        <dsp:cNvSpPr/>
      </dsp:nvSpPr>
      <dsp:spPr>
        <a:xfrm>
          <a:off x="0" y="4815505"/>
          <a:ext cx="7019469" cy="19258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8F125-13CA-4A61-BF7F-B8D99955B3D0}">
      <dsp:nvSpPr>
        <dsp:cNvPr id="0" name=""/>
        <dsp:cNvSpPr/>
      </dsp:nvSpPr>
      <dsp:spPr>
        <a:xfrm>
          <a:off x="582576" y="5248827"/>
          <a:ext cx="1059230" cy="10592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28991-8644-48E5-A23F-E0021C64699F}">
      <dsp:nvSpPr>
        <dsp:cNvPr id="0" name=""/>
        <dsp:cNvSpPr/>
      </dsp:nvSpPr>
      <dsp:spPr>
        <a:xfrm>
          <a:off x="2224383" y="4815505"/>
          <a:ext cx="4795085" cy="1925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822" tIns="203822" rIns="203822" bIns="203822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Easier Maintenance:</a:t>
          </a:r>
          <a:r>
            <a:rPr lang="en-US" sz="2100" kern="1200"/>
            <a:t> Independent layer management reduces complexity, allowing for targeted updates without affecting entire application systems. </a:t>
          </a:r>
        </a:p>
      </dsp:txBody>
      <dsp:txXfrm>
        <a:off x="2224383" y="4815505"/>
        <a:ext cx="4795085" cy="1925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20D24B-3EB9-4C62-8A35-DB00243568C9}">
      <dsp:nvSpPr>
        <dsp:cNvPr id="0" name=""/>
        <dsp:cNvSpPr/>
      </dsp:nvSpPr>
      <dsp:spPr>
        <a:xfrm>
          <a:off x="0" y="0"/>
          <a:ext cx="10725912" cy="15664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Scalability:</a:t>
          </a:r>
          <a:r>
            <a:rPr lang="en-US" sz="2900" kern="1200"/>
            <a:t> 3-Tier Architecture allows for seamless scaling by distributing workloads across different application tiers effectively. </a:t>
          </a:r>
        </a:p>
      </dsp:txBody>
      <dsp:txXfrm>
        <a:off x="45881" y="45881"/>
        <a:ext cx="9035555" cy="1474719"/>
      </dsp:txXfrm>
    </dsp:sp>
    <dsp:sp modelId="{E45FAB98-A829-4A97-AD6A-12370FC7C3DE}">
      <dsp:nvSpPr>
        <dsp:cNvPr id="0" name=""/>
        <dsp:cNvSpPr/>
      </dsp:nvSpPr>
      <dsp:spPr>
        <a:xfrm>
          <a:off x="946403" y="1827561"/>
          <a:ext cx="10725912" cy="156648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Flexibility:</a:t>
          </a:r>
          <a:r>
            <a:rPr lang="en-US" sz="2900" kern="1200"/>
            <a:t> This architecture provides design flexibility, enabling the evolution of individual layers without major system overhauls. </a:t>
          </a:r>
        </a:p>
      </dsp:txBody>
      <dsp:txXfrm>
        <a:off x="992284" y="1873442"/>
        <a:ext cx="8669533" cy="1474719"/>
      </dsp:txXfrm>
    </dsp:sp>
    <dsp:sp modelId="{F462A5B4-4A7F-43A0-91D8-EA5FB97BA2DB}">
      <dsp:nvSpPr>
        <dsp:cNvPr id="0" name=""/>
        <dsp:cNvSpPr/>
      </dsp:nvSpPr>
      <dsp:spPr>
        <a:xfrm>
          <a:off x="1892807" y="3655123"/>
          <a:ext cx="10725912" cy="15664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Improved Security:</a:t>
          </a:r>
          <a:r>
            <a:rPr lang="en-US" sz="2900" kern="1200"/>
            <a:t> Each tier can implement specific security measures, enhancing overall application protection against potential threats. </a:t>
          </a:r>
        </a:p>
      </dsp:txBody>
      <dsp:txXfrm>
        <a:off x="1938688" y="3701004"/>
        <a:ext cx="8669533" cy="1474719"/>
      </dsp:txXfrm>
    </dsp:sp>
    <dsp:sp modelId="{3D0A513E-8D38-4F15-B39E-108F83F27A19}">
      <dsp:nvSpPr>
        <dsp:cNvPr id="0" name=""/>
        <dsp:cNvSpPr/>
      </dsp:nvSpPr>
      <dsp:spPr>
        <a:xfrm>
          <a:off x="9707699" y="1187915"/>
          <a:ext cx="1018212" cy="101821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936797" y="1187915"/>
        <a:ext cx="560016" cy="766205"/>
      </dsp:txXfrm>
    </dsp:sp>
    <dsp:sp modelId="{02F3FAF9-FA4E-40D2-8443-A82EA24D7A43}">
      <dsp:nvSpPr>
        <dsp:cNvPr id="0" name=""/>
        <dsp:cNvSpPr/>
      </dsp:nvSpPr>
      <dsp:spPr>
        <a:xfrm>
          <a:off x="10654103" y="3005033"/>
          <a:ext cx="1018212" cy="101821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10883201" y="3005033"/>
        <a:ext cx="560016" cy="7662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BF794-487D-47BF-9288-3DF261FA9E93}">
      <dsp:nvSpPr>
        <dsp:cNvPr id="0" name=""/>
        <dsp:cNvSpPr/>
      </dsp:nvSpPr>
      <dsp:spPr>
        <a:xfrm>
          <a:off x="0" y="823"/>
          <a:ext cx="7019469" cy="19258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BD718-9E5D-44B1-9249-5EA6E39A9280}">
      <dsp:nvSpPr>
        <dsp:cNvPr id="0" name=""/>
        <dsp:cNvSpPr/>
      </dsp:nvSpPr>
      <dsp:spPr>
        <a:xfrm>
          <a:off x="582576" y="434144"/>
          <a:ext cx="1059230" cy="10592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27422A-89D3-4051-A096-0281E6A9D24D}">
      <dsp:nvSpPr>
        <dsp:cNvPr id="0" name=""/>
        <dsp:cNvSpPr/>
      </dsp:nvSpPr>
      <dsp:spPr>
        <a:xfrm>
          <a:off x="2224383" y="823"/>
          <a:ext cx="4795085" cy="1925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822" tIns="203822" rIns="203822" bIns="2038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Presentation Tier:</a:t>
          </a:r>
          <a:r>
            <a:rPr lang="en-US" sz="2200" kern="1200"/>
            <a:t> Serves as the user interface, handling client requests and delivering content for user interactions. </a:t>
          </a:r>
        </a:p>
      </dsp:txBody>
      <dsp:txXfrm>
        <a:off x="2224383" y="823"/>
        <a:ext cx="4795085" cy="1925873"/>
      </dsp:txXfrm>
    </dsp:sp>
    <dsp:sp modelId="{699D2B0B-8274-467C-8126-5C2F4DCD978B}">
      <dsp:nvSpPr>
        <dsp:cNvPr id="0" name=""/>
        <dsp:cNvSpPr/>
      </dsp:nvSpPr>
      <dsp:spPr>
        <a:xfrm>
          <a:off x="0" y="2408164"/>
          <a:ext cx="7019469" cy="19258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AB2AA8-0A14-4F6E-9AB9-E8C5180D1DCE}">
      <dsp:nvSpPr>
        <dsp:cNvPr id="0" name=""/>
        <dsp:cNvSpPr/>
      </dsp:nvSpPr>
      <dsp:spPr>
        <a:xfrm>
          <a:off x="582576" y="2841485"/>
          <a:ext cx="1059230" cy="10592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265A9-9120-416B-9072-A8E56AEED55E}">
      <dsp:nvSpPr>
        <dsp:cNvPr id="0" name=""/>
        <dsp:cNvSpPr/>
      </dsp:nvSpPr>
      <dsp:spPr>
        <a:xfrm>
          <a:off x="2224383" y="2408164"/>
          <a:ext cx="4795085" cy="1925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822" tIns="203822" rIns="203822" bIns="2038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Application Tier:</a:t>
          </a:r>
          <a:r>
            <a:rPr lang="en-US" sz="2200" kern="1200"/>
            <a:t> Processes business logic, coordinating between the Presentation and Data tiers to ensure efficient performance. </a:t>
          </a:r>
        </a:p>
      </dsp:txBody>
      <dsp:txXfrm>
        <a:off x="2224383" y="2408164"/>
        <a:ext cx="4795085" cy="1925873"/>
      </dsp:txXfrm>
    </dsp:sp>
    <dsp:sp modelId="{EE7B04EB-D182-42A1-BFAB-F8E8074BEBBE}">
      <dsp:nvSpPr>
        <dsp:cNvPr id="0" name=""/>
        <dsp:cNvSpPr/>
      </dsp:nvSpPr>
      <dsp:spPr>
        <a:xfrm>
          <a:off x="0" y="4815505"/>
          <a:ext cx="7019469" cy="19258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A5E620-EDC8-462E-A080-982E052C2F10}">
      <dsp:nvSpPr>
        <dsp:cNvPr id="0" name=""/>
        <dsp:cNvSpPr/>
      </dsp:nvSpPr>
      <dsp:spPr>
        <a:xfrm>
          <a:off x="582576" y="5248827"/>
          <a:ext cx="1059230" cy="10592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2C33F-7D9A-4FCF-B4EB-A28F1248D69A}">
      <dsp:nvSpPr>
        <dsp:cNvPr id="0" name=""/>
        <dsp:cNvSpPr/>
      </dsp:nvSpPr>
      <dsp:spPr>
        <a:xfrm>
          <a:off x="2224383" y="4815505"/>
          <a:ext cx="4795085" cy="19258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822" tIns="203822" rIns="203822" bIns="20382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Data Tier:</a:t>
          </a:r>
          <a:r>
            <a:rPr lang="en-US" sz="2200" kern="1200"/>
            <a:t> Manages data storage, retrieval, and manipulation, ensuring data integrity and availability across applications. </a:t>
          </a:r>
        </a:p>
      </dsp:txBody>
      <dsp:txXfrm>
        <a:off x="2224383" y="4815505"/>
        <a:ext cx="4795085" cy="1925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827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B05C2-44D5-2382-F538-56F16CE35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5E383D-1054-143E-3697-EDCD7E975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8CA1D94-586E-B44D-49A1-FAD628C8E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326A70-B302-EF12-C260-BB118D27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8162B2-B97E-A0D5-F3E9-BA4D7D397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34D0447-DBAB-8A1C-F507-189265E0B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88CE8B9-377C-2CC9-95B7-9133B7F1D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D95D34D-4B35-B53B-045F-F8AA70D20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81C15-5916-17EC-35D5-60F28500B292}"/>
              </a:ext>
            </a:extLst>
          </p:cNvPr>
          <p:cNvSpPr txBox="1"/>
          <p:nvPr/>
        </p:nvSpPr>
        <p:spPr>
          <a:xfrm>
            <a:off x="1450427" y="1881397"/>
            <a:ext cx="1062595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dirty="0">
                <a:latin typeface="Century Schoolbook"/>
                <a:ea typeface="+mn-lt"/>
                <a:cs typeface="+mn-lt"/>
              </a:rPr>
              <a:t>3-Tier AWS Architecture Project Overview and Best Practices </a:t>
            </a:r>
            <a:endParaRPr lang="en-US" sz="6000" dirty="0">
              <a:latin typeface="Century Schoolbook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77DDCA-1D86-EDD4-045F-4815A9271A2B}"/>
              </a:ext>
            </a:extLst>
          </p:cNvPr>
          <p:cNvSpPr txBox="1"/>
          <p:nvPr/>
        </p:nvSpPr>
        <p:spPr>
          <a:xfrm>
            <a:off x="1457189" y="5273266"/>
            <a:ext cx="33107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Century Schoolbook"/>
                <a:ea typeface="+mn-lt"/>
                <a:cs typeface="+mn-lt"/>
              </a:rPr>
              <a:t> VPC</a:t>
            </a:r>
            <a:r>
              <a:rPr lang="en-US" sz="2400" b="1" dirty="0">
                <a:latin typeface="Century Schoolbook"/>
                <a:ea typeface="+mn-lt"/>
                <a:cs typeface="+mn-lt"/>
              </a:rPr>
              <a:t> </a:t>
            </a:r>
            <a:endParaRPr lang="en-US" sz="2400" dirty="0">
              <a:latin typeface="Century Schoolbook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59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F727E-9347-A33C-4C37-660F209EA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936D03-1FCF-954B-FB6B-A00F34A73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0B50012-987E-FA85-99A8-A720A27A9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A58859-6CB4-1BD5-044A-5D3D5BDAB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49C72B-B074-AF00-1BA3-6AE84C4D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CCFEB1B-B2EC-B902-10E1-D6975FD96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AE0F20D-8F34-C983-1538-DFABD157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3786481-1C3E-C854-63BD-D6213A318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55A8FA-076F-00F1-BE91-43C096537452}"/>
              </a:ext>
            </a:extLst>
          </p:cNvPr>
          <p:cNvSpPr txBox="1"/>
          <p:nvPr/>
        </p:nvSpPr>
        <p:spPr>
          <a:xfrm>
            <a:off x="1828800" y="1403130"/>
            <a:ext cx="1043677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Century Schoolbook"/>
                <a:ea typeface="+mn-lt"/>
                <a:cs typeface="+mn-lt"/>
              </a:rPr>
              <a:t>3-Tier AWS Architecture Overview and Best Practices</a:t>
            </a:r>
            <a:endParaRPr lang="en-US" sz="4000" b="1">
              <a:latin typeface="Century Schoolbook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862A8E-88E5-3E57-E895-E9812A940619}"/>
              </a:ext>
            </a:extLst>
          </p:cNvPr>
          <p:cNvSpPr txBox="1"/>
          <p:nvPr/>
        </p:nvSpPr>
        <p:spPr>
          <a:xfrm>
            <a:off x="1828799" y="2806263"/>
            <a:ext cx="9648494" cy="50353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Introduction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Purpose of the Architecture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Benefits of 3-Tier Architecture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Key Components of the Architecture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Architecture Diagram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Key Components Explained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Tier-wise Breakdown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Best Practices for Presentation Tier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Best Practices for Application Tier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Best Practices for Data Tier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    Implementing Best Practices 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Conclusion and Next Steps 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6593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5BF86-FA4E-5C34-2258-DFE3C1DE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80566D-E06A-8247-330E-D725B8130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7003ED2-EBEF-321D-2011-63D6A85AE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7A798A-4FEA-54EE-C437-3A14FE479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275193-9575-1D39-E265-EDCDE4CE4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AD26D53-1B1F-ECAF-E7C4-C3CE98D88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AC7FFE2-5E7B-0A43-1BFC-0E8A128A2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16BACAF-06EB-7E73-659E-D55859529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DC842-EDCE-90A7-B9D9-F1BB008DA119}"/>
              </a:ext>
            </a:extLst>
          </p:cNvPr>
          <p:cNvSpPr txBox="1"/>
          <p:nvPr/>
        </p:nvSpPr>
        <p:spPr>
          <a:xfrm>
            <a:off x="1828800" y="1403130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C4F32-9086-51B2-C0C6-BBC504E76BAF}"/>
              </a:ext>
            </a:extLst>
          </p:cNvPr>
          <p:cNvSpPr txBox="1"/>
          <p:nvPr/>
        </p:nvSpPr>
        <p:spPr>
          <a:xfrm>
            <a:off x="1828799" y="2490953"/>
            <a:ext cx="9648494" cy="47440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   </a:t>
            </a:r>
            <a:r>
              <a:rPr lang="en-US" sz="2400" b="1">
                <a:ea typeface="+mn-lt"/>
                <a:cs typeface="+mn-lt"/>
              </a:rPr>
              <a:t>Tier Structure:</a:t>
            </a:r>
            <a:r>
              <a:rPr lang="en-US" sz="2400">
                <a:ea typeface="+mn-lt"/>
                <a:cs typeface="+mn-lt"/>
              </a:rPr>
              <a:t> The 3-Tier AWS Architecture comprises Presentation, Application, and Data tiers, ensuring clear separation of concerns. </a:t>
            </a:r>
            <a:endParaRPr lang="en-US" sz="2400">
              <a:ea typeface="Calibri"/>
              <a:cs typeface="Calibri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    </a:t>
            </a:r>
            <a:r>
              <a:rPr lang="en-US" sz="2400" b="1">
                <a:ea typeface="+mn-lt"/>
                <a:cs typeface="+mn-lt"/>
              </a:rPr>
              <a:t>Amazon RDS Role:</a:t>
            </a:r>
            <a:r>
              <a:rPr lang="en-US" sz="2400">
                <a:ea typeface="+mn-lt"/>
                <a:cs typeface="+mn-lt"/>
              </a:rPr>
              <a:t> Amazon RDS optimizes the Data tier, delivering enhanced scalability, security, and database management functionalities.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Benefits Overview:</a:t>
            </a:r>
            <a:r>
              <a:rPr lang="en-US" sz="2400">
                <a:ea typeface="+mn-lt"/>
                <a:cs typeface="+mn-lt"/>
              </a:rPr>
              <a:t> This architecture promotes improved application performance and streamlines deployment and maintenance across all tiers. 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01136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53900-2F18-D3F3-4202-EAA070C2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">
            <a:extLst>
              <a:ext uri="{FF2B5EF4-FFF2-40B4-BE49-F238E27FC236}">
                <a16:creationId xmlns:a16="http://schemas.microsoft.com/office/drawing/2014/main" id="{9165109B-7036-4613-93D4-579E77F6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A1CFB1-FEAB-D36A-08E6-59016D6B7EB4}"/>
              </a:ext>
            </a:extLst>
          </p:cNvPr>
          <p:cNvSpPr txBox="1"/>
          <p:nvPr/>
        </p:nvSpPr>
        <p:spPr>
          <a:xfrm>
            <a:off x="914162" y="1030778"/>
            <a:ext cx="3792409" cy="61835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Purpose of the architecture</a:t>
            </a: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4048" y="0"/>
            <a:ext cx="8946353" cy="8229600"/>
          </a:xfrm>
          <a:prstGeom prst="rect">
            <a:avLst/>
          </a:prstGeom>
          <a:ln>
            <a:noFill/>
          </a:ln>
          <a:effectLst>
            <a:outerShdw blurRad="317500" dist="228600" dir="798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extBox 9">
            <a:extLst>
              <a:ext uri="{FF2B5EF4-FFF2-40B4-BE49-F238E27FC236}">
                <a16:creationId xmlns:a16="http://schemas.microsoft.com/office/drawing/2014/main" id="{1E3C42EE-3E48-82A2-33DB-FAD5F8F7D0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2293000"/>
              </p:ext>
            </p:extLst>
          </p:nvPr>
        </p:nvGraphicFramePr>
        <p:xfrm>
          <a:off x="6441802" y="721588"/>
          <a:ext cx="7019469" cy="6742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0746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440857-7A21-111E-3688-0A20DC6F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F05069C-678C-0EB1-580A-F4EE7A2385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53" r="46" b="11480"/>
          <a:stretch/>
        </p:blipFill>
        <p:spPr>
          <a:xfrm>
            <a:off x="20" y="10"/>
            <a:ext cx="14630380" cy="82295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442FF-C459-0F91-E35E-F0B2DD2AE7BC}"/>
              </a:ext>
            </a:extLst>
          </p:cNvPr>
          <p:cNvSpPr txBox="1"/>
          <p:nvPr/>
        </p:nvSpPr>
        <p:spPr>
          <a:xfrm>
            <a:off x="1005840" y="438150"/>
            <a:ext cx="12618720" cy="15906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latin typeface="+mj-lt"/>
                <a:ea typeface="+mj-ea"/>
                <a:cs typeface="+mj-cs"/>
              </a:rPr>
              <a:t>Benefits of 3-Tier Architecture</a:t>
            </a:r>
            <a:r>
              <a:rPr lang="en-US" sz="4400">
                <a:latin typeface="+mj-lt"/>
                <a:ea typeface="+mj-ea"/>
                <a:cs typeface="+mj-cs"/>
              </a:rPr>
              <a:t> </a:t>
            </a:r>
          </a:p>
        </p:txBody>
      </p:sp>
      <p:graphicFrame>
        <p:nvGraphicFramePr>
          <p:cNvPr id="21" name="TextBox 9">
            <a:extLst>
              <a:ext uri="{FF2B5EF4-FFF2-40B4-BE49-F238E27FC236}">
                <a16:creationId xmlns:a16="http://schemas.microsoft.com/office/drawing/2014/main" id="{4DFBA2CE-0F98-3659-BA0C-9CD3F8FF2A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7558495"/>
              </p:ext>
            </p:extLst>
          </p:nvPr>
        </p:nvGraphicFramePr>
        <p:xfrm>
          <a:off x="1005840" y="2190750"/>
          <a:ext cx="12618720" cy="5221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3594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F9686-7156-C8DB-C518-5C3C72C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">
            <a:extLst>
              <a:ext uri="{FF2B5EF4-FFF2-40B4-BE49-F238E27FC236}">
                <a16:creationId xmlns:a16="http://schemas.microsoft.com/office/drawing/2014/main" id="{9165109B-7036-4613-93D4-579E77F6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A82FA-790D-F1A5-52F4-23F8BDA3C42B}"/>
              </a:ext>
            </a:extLst>
          </p:cNvPr>
          <p:cNvSpPr txBox="1"/>
          <p:nvPr/>
        </p:nvSpPr>
        <p:spPr>
          <a:xfrm>
            <a:off x="914162" y="1030778"/>
            <a:ext cx="3792409" cy="61835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Components of the Architecture </a:t>
            </a: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4048" y="0"/>
            <a:ext cx="8946353" cy="8229600"/>
          </a:xfrm>
          <a:prstGeom prst="rect">
            <a:avLst/>
          </a:prstGeom>
          <a:ln>
            <a:noFill/>
          </a:ln>
          <a:effectLst>
            <a:outerShdw blurRad="317500" dist="228600" dir="798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extBox 9">
            <a:extLst>
              <a:ext uri="{FF2B5EF4-FFF2-40B4-BE49-F238E27FC236}">
                <a16:creationId xmlns:a16="http://schemas.microsoft.com/office/drawing/2014/main" id="{DA182135-C2DF-07C4-37B7-E194266953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4454017"/>
              </p:ext>
            </p:extLst>
          </p:nvPr>
        </p:nvGraphicFramePr>
        <p:xfrm>
          <a:off x="6441802" y="721588"/>
          <a:ext cx="7019469" cy="6742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4784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F9686-7156-C8DB-C518-5C3C72C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5148"/>
            <a:ext cx="14630399" cy="2080088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A82FA-790D-F1A5-52F4-23F8BDA3C42B}"/>
              </a:ext>
            </a:extLst>
          </p:cNvPr>
          <p:cNvSpPr txBox="1"/>
          <p:nvPr/>
        </p:nvSpPr>
        <p:spPr>
          <a:xfrm>
            <a:off x="914162" y="288289"/>
            <a:ext cx="12912065" cy="147395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5323E-C585-2F31-F1B6-6B690536925F}"/>
              </a:ext>
            </a:extLst>
          </p:cNvPr>
          <p:cNvSpPr txBox="1"/>
          <p:nvPr/>
        </p:nvSpPr>
        <p:spPr>
          <a:xfrm>
            <a:off x="914162" y="2785771"/>
            <a:ext cx="5837850" cy="462086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28600"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Diagram Overview: </a:t>
            </a:r>
            <a:r>
              <a:rPr kumimoji="0" lang="en-US" sz="24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A high-level diagram displays three main tiers: Presentation, Application, and Data, highlighting interactions.</a:t>
            </a:r>
          </a:p>
          <a:p>
            <a:pPr marL="228600"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Tier Interconnections: </a:t>
            </a:r>
            <a:r>
              <a:rPr kumimoji="0" lang="en-US" sz="24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Illustrates functional relationships among tiers, showcasing data flow and communication between layers effectively.</a:t>
            </a:r>
          </a:p>
          <a:p>
            <a:pPr marL="228600" marR="0" lvl="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Layer Functions: </a:t>
            </a:r>
            <a:r>
              <a:rPr kumimoji="0" lang="en-US" sz="24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Defines roles of each tier, emphasizing their responsibilities in the broader architecture framework and operations.</a:t>
            </a:r>
          </a:p>
        </p:txBody>
      </p:sp>
      <p:pic>
        <p:nvPicPr>
          <p:cNvPr id="2" name="Picture 1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1DAE621E-5BC7-6E7F-3A3D-850B7D860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380" y="3167227"/>
            <a:ext cx="6213847" cy="380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53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F9686-7156-C8DB-C518-5C3C72C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475407-7AFA-7103-1EBD-F15B27EC2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96FCBB8-2CDC-D751-0347-1FCD6FA4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F2E6A-4EB1-2165-FF32-9CA8C0366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C99036-8044-D6E9-4CE8-B0BC13B76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B311C22-A639-4AFF-7D7A-60BAFFE3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9C2B2D3-F334-F66B-0BE3-6BAA16DC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AFAE1AA-335C-A265-73E5-3B930FBF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A82FA-790D-F1A5-52F4-23F8BDA3C42B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Key Components Explained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5323E-C585-2F31-F1B6-6B690536925F}"/>
              </a:ext>
            </a:extLst>
          </p:cNvPr>
          <p:cNvSpPr txBox="1"/>
          <p:nvPr/>
        </p:nvSpPr>
        <p:spPr>
          <a:xfrm>
            <a:off x="1828799" y="2490953"/>
            <a:ext cx="9648494" cy="44208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Presentation Tier Role: </a:t>
            </a:r>
            <a:r>
              <a:rPr lang="en-US" sz="2400" dirty="0"/>
              <a:t>This layer interfaces with users, translating client requests into a format for processing via application.</a:t>
            </a:r>
            <a:endParaRPr lang="en-US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Application Tier Role: </a:t>
            </a:r>
            <a:r>
              <a:rPr lang="en-US" sz="2400" dirty="0"/>
              <a:t>It executes business logic, orchestrating communication and processing between the Presentation and Data tiers.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Importance of RDS: </a:t>
            </a:r>
            <a:r>
              <a:rPr lang="en-US" sz="2400" dirty="0"/>
              <a:t>RDS is crucial in the Data tier, enhancing structured data management, availability, and performance optimization.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042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F9686-7156-C8DB-C518-5C3C72C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475407-7AFA-7103-1EBD-F15B27EC2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96FCBB8-2CDC-D751-0347-1FCD6FA4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F2E6A-4EB1-2165-FF32-9CA8C0366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C99036-8044-D6E9-4CE8-B0BC13B76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B311C22-A639-4AFF-7D7A-60BAFFE3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9C2B2D3-F334-F66B-0BE3-6BAA16DC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AFAE1AA-335C-A265-73E5-3B930FBF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A82FA-790D-F1A5-52F4-23F8BDA3C42B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Tier-wise Breakdown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5323E-C585-2F31-F1B6-6B690536925F}"/>
              </a:ext>
            </a:extLst>
          </p:cNvPr>
          <p:cNvSpPr txBox="1"/>
          <p:nvPr/>
        </p:nvSpPr>
        <p:spPr>
          <a:xfrm>
            <a:off x="1828799" y="2490953"/>
            <a:ext cx="9648494" cy="44208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Presentation Tier Components: </a:t>
            </a:r>
            <a:r>
              <a:rPr lang="en-US" sz="2400" dirty="0"/>
              <a:t>Includes web servers and load balancers, ensuring efficient distribution of user requests and responses.</a:t>
            </a:r>
            <a:endParaRPr lang="en-US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Application Tier Security: </a:t>
            </a:r>
            <a:r>
              <a:rPr lang="en-US" sz="2400" dirty="0"/>
              <a:t>Utilizes API gateways and security protocols, safeguarding business logic from unauthorized access and vulnerabilities.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Data Tier Best Practices: </a:t>
            </a:r>
            <a:r>
              <a:rPr lang="en-US" sz="2400" dirty="0"/>
              <a:t>Employs encryption, regular backups, and redundancy to ensure data integrity, availability, and disaster recovery</a:t>
            </a:r>
            <a:r>
              <a:rPr lang="en-US" sz="1800" dirty="0"/>
              <a:t>.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455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F9686-7156-C8DB-C518-5C3C72C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475407-7AFA-7103-1EBD-F15B27EC2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96FCBB8-2CDC-D751-0347-1FCD6FA4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F2E6A-4EB1-2165-FF32-9CA8C0366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C99036-8044-D6E9-4CE8-B0BC13B76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B311C22-A639-4AFF-7D7A-60BAFFE3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9C2B2D3-F334-F66B-0BE3-6BAA16DC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AFAE1AA-335C-A265-73E5-3B930FBF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A82FA-790D-F1A5-52F4-23F8BDA3C42B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Best Practices of the Presentation Tier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5323E-C585-2F31-F1B6-6B690536925F}"/>
              </a:ext>
            </a:extLst>
          </p:cNvPr>
          <p:cNvSpPr txBox="1"/>
          <p:nvPr/>
        </p:nvSpPr>
        <p:spPr>
          <a:xfrm>
            <a:off x="1828799" y="2490953"/>
            <a:ext cx="11358760" cy="44208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Responsive Design: </a:t>
            </a:r>
            <a:r>
              <a:rPr lang="en-US" sz="2400" dirty="0"/>
              <a:t>Implementing responsive design ensures seamless user experiences across various devices, enhancing engagement and accessibility.</a:t>
            </a:r>
            <a:endParaRPr lang="en-US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Performance Optimization: </a:t>
            </a:r>
            <a:r>
              <a:rPr lang="en-US" sz="2400" dirty="0"/>
              <a:t>Utilizing efficient loading strategies, such as caching and content delivery networks, significantly improves user experience.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Regular Security Audits: </a:t>
            </a:r>
            <a:r>
              <a:rPr lang="en-US" sz="2400" dirty="0"/>
              <a:t>Conducting security audits consistently helps identify vulnerabilities, strengthening the protection of user data and interactions</a:t>
            </a:r>
            <a:r>
              <a:rPr lang="en-US" sz="1800" dirty="0"/>
              <a:t>.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23381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F9686-7156-C8DB-C518-5C3C72C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475407-7AFA-7103-1EBD-F15B27EC2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96FCBB8-2CDC-D751-0347-1FCD6FA4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F2E6A-4EB1-2165-FF32-9CA8C0366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C99036-8044-D6E9-4CE8-B0BC13B76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B311C22-A639-4AFF-7D7A-60BAFFE3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9C2B2D3-F334-F66B-0BE3-6BAA16DC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AFAE1AA-335C-A265-73E5-3B930FBF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A82FA-790D-F1A5-52F4-23F8BDA3C42B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Best Practices of the Application Tier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5323E-C585-2F31-F1B6-6B690536925F}"/>
              </a:ext>
            </a:extLst>
          </p:cNvPr>
          <p:cNvSpPr txBox="1"/>
          <p:nvPr/>
        </p:nvSpPr>
        <p:spPr>
          <a:xfrm>
            <a:off x="1828799" y="2490953"/>
            <a:ext cx="12171560" cy="44208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Responsive Design: </a:t>
            </a:r>
            <a:r>
              <a:rPr lang="en-US" sz="2400" dirty="0"/>
              <a:t>Implementing responsive design ensures seamless user experiences across various devices, enhancing engagement and accessibility.</a:t>
            </a:r>
            <a:endParaRPr lang="en-US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Performance Optimization: </a:t>
            </a:r>
            <a:r>
              <a:rPr lang="en-US" sz="2400" dirty="0"/>
              <a:t>Utilizing efficient loading strategies, such as caching and content delivery networks, significantly improves user experience.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Regular Security Audits: </a:t>
            </a:r>
            <a:r>
              <a:rPr lang="en-US" sz="2400" dirty="0"/>
              <a:t>Conducting security audits consistently helps identify vulnerabilities, strengthening the protection of user data and interactions</a:t>
            </a:r>
            <a:r>
              <a:rPr lang="en-US" sz="1800" dirty="0"/>
              <a:t>.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7454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F9686-7156-C8DB-C518-5C3C72C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475407-7AFA-7103-1EBD-F15B27EC2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96FCBB8-2CDC-D751-0347-1FCD6FA4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F2E6A-4EB1-2165-FF32-9CA8C0366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C99036-8044-D6E9-4CE8-B0BC13B76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B311C22-A639-4AFF-7D7A-60BAFFE3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9C2B2D3-F334-F66B-0BE3-6BAA16DC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AFAE1AA-335C-A265-73E5-3B930FBF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A82FA-790D-F1A5-52F4-23F8BDA3C42B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Best Practices of the Data Tier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5323E-C585-2F31-F1B6-6B690536925F}"/>
              </a:ext>
            </a:extLst>
          </p:cNvPr>
          <p:cNvSpPr txBox="1"/>
          <p:nvPr/>
        </p:nvSpPr>
        <p:spPr>
          <a:xfrm>
            <a:off x="1828799" y="2490953"/>
            <a:ext cx="12205427" cy="44208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Data Integrity Maintenance: </a:t>
            </a:r>
            <a:r>
              <a:rPr lang="en-US" sz="2400" dirty="0"/>
              <a:t>Ensuring data accuracy and consistency through validation, checks, and synchronized updates across all databases.</a:t>
            </a:r>
            <a:endParaRPr lang="en-US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Performance Tuning Strategies: </a:t>
            </a:r>
            <a:r>
              <a:rPr lang="en-US" sz="2400" dirty="0"/>
              <a:t>Implementing indexing, query optimization, and proper resource allocation to enhance database access speed.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Compliance with Regulations: </a:t>
            </a:r>
            <a:r>
              <a:rPr lang="en-US" sz="2400" dirty="0"/>
              <a:t>Adhering to data retention regulations ensures legal compliance and minimizes risks related to data mishandling.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42711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F9686-7156-C8DB-C518-5C3C72C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475407-7AFA-7103-1EBD-F15B27EC2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96FCBB8-2CDC-D751-0347-1FCD6FA4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F2E6A-4EB1-2165-FF32-9CA8C0366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C99036-8044-D6E9-4CE8-B0BC13B76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B311C22-A639-4AFF-7D7A-60BAFFE3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9C2B2D3-F334-F66B-0BE3-6BAA16DC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AFAE1AA-335C-A265-73E5-3B930FBF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A82FA-790D-F1A5-52F4-23F8BDA3C42B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Implementing Best Practices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5323E-C585-2F31-F1B6-6B690536925F}"/>
              </a:ext>
            </a:extLst>
          </p:cNvPr>
          <p:cNvSpPr txBox="1"/>
          <p:nvPr/>
        </p:nvSpPr>
        <p:spPr>
          <a:xfrm>
            <a:off x="1828799" y="2490953"/>
            <a:ext cx="12239294" cy="4526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High Availability Importance: </a:t>
            </a:r>
            <a:r>
              <a:rPr lang="en-US" sz="2400" dirty="0"/>
              <a:t>Ensuring system uptime through redundancy and failover mechanisms guarantees uninterrupted service delivery and reliability.</a:t>
            </a:r>
            <a:endParaRPr lang="en-US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Security Practices: </a:t>
            </a:r>
            <a:r>
              <a:rPr lang="en-US" sz="2400" dirty="0"/>
              <a:t>Adopting comprehensive security frameworks mitigates risks, protecting sensitive data through encryption and access control measures.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Scalability Strategies: </a:t>
            </a:r>
            <a:r>
              <a:rPr lang="en-US" sz="2400" dirty="0"/>
              <a:t>Implementing elastic resource allocation enables applications to efficiently manage varying loads, optimizing performance and user experience</a:t>
            </a:r>
            <a:r>
              <a:rPr lang="en-US" sz="2800" dirty="0"/>
              <a:t>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38232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F9686-7156-C8DB-C518-5C3C72C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475407-7AFA-7103-1EBD-F15B27EC2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96FCBB8-2CDC-D751-0347-1FCD6FA4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F2E6A-4EB1-2165-FF32-9CA8C0366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C99036-8044-D6E9-4CE8-B0BC13B76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B311C22-A639-4AFF-7D7A-60BAFFE3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9C2B2D3-F334-F66B-0BE3-6BAA16DC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AFAE1AA-335C-A265-73E5-3B930FBF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A82FA-790D-F1A5-52F4-23F8BDA3C42B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Implementing Best Practices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5323E-C585-2F31-F1B6-6B690536925F}"/>
              </a:ext>
            </a:extLst>
          </p:cNvPr>
          <p:cNvSpPr txBox="1"/>
          <p:nvPr/>
        </p:nvSpPr>
        <p:spPr>
          <a:xfrm>
            <a:off x="1828799" y="2490953"/>
            <a:ext cx="11866760" cy="4526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High Availability Importance: </a:t>
            </a:r>
            <a:r>
              <a:rPr lang="en-US" sz="2400" dirty="0"/>
              <a:t>Ensuring system uptime through redundancy and failover mechanisms guarantees uninterrupted service delivery and reliability.</a:t>
            </a:r>
            <a:endParaRPr lang="en-US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Security Practices: </a:t>
            </a:r>
            <a:r>
              <a:rPr lang="en-US" sz="2400" dirty="0"/>
              <a:t>Adopting comprehensive security frameworks mitigates risks, protecting sensitive data through encryption and access control measures.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Scalability Strategies: </a:t>
            </a:r>
            <a:r>
              <a:rPr lang="en-US" sz="2400" dirty="0"/>
              <a:t>Implementing elastic resource allocation enables applications to efficiently manage varying loads, optimizing performance and user experience</a:t>
            </a:r>
            <a:r>
              <a:rPr lang="en-US" sz="2800" dirty="0"/>
              <a:t>.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57901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F9686-7156-C8DB-C518-5C3C72C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475407-7AFA-7103-1EBD-F15B27EC2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96FCBB8-2CDC-D751-0347-1FCD6FA4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F2E6A-4EB1-2165-FF32-9CA8C0366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C99036-8044-D6E9-4CE8-B0BC13B76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B311C22-A639-4AFF-7D7A-60BAFFE3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9C2B2D3-F334-F66B-0BE3-6BAA16DC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AFAE1AA-335C-A265-73E5-3B930FBF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A82FA-790D-F1A5-52F4-23F8BDA3C42B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Conclusion and Next Steps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D5323E-C585-2F31-F1B6-6B690536925F}"/>
              </a:ext>
            </a:extLst>
          </p:cNvPr>
          <p:cNvSpPr txBox="1"/>
          <p:nvPr/>
        </p:nvSpPr>
        <p:spPr>
          <a:xfrm>
            <a:off x="1828799" y="1988668"/>
            <a:ext cx="10630627" cy="44208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/>
              <a:t>Overall Advantages: </a:t>
            </a:r>
            <a:r>
              <a:rPr lang="en-US" sz="2400"/>
              <a:t>3-Tier AWS Architecture ensures enhanced scalability, flexibility, security, and simplification of application management processes.</a:t>
            </a:r>
            <a:endParaRPr lang="en-US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/>
              <a:t>Actionable Steps: </a:t>
            </a:r>
            <a:r>
              <a:rPr lang="en-US" sz="2400"/>
              <a:t>Organizations should initiate assessments, define requirements, and design architecture for effective 3-tier implementation.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/>
              <a:t>Continuous Improvement: </a:t>
            </a:r>
            <a:r>
              <a:rPr lang="en-US" sz="2400"/>
              <a:t>Regular review and adaptation of best practices lead to sustained performance enhancement in application delivery.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57138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729AF-E825-684D-246A-E83B31A2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9C686C-1CCD-AA32-97FB-B7AE8A6D0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8BE72BA-2EA4-8CCB-9967-D712DCA15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CBB855-217C-EFE2-E706-0EACDCAC3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E6A21-749D-DCD0-5212-2A11A2FD7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36D7220-93E3-FC15-CE1F-E72E6B1D2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2EF5B2A-BE82-718A-2E60-C24A2B106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1049E1FC-CB20-058F-5608-7D7E4DABE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BABD5A-974D-EBD9-3A6E-BE7576C6F9B7}"/>
              </a:ext>
            </a:extLst>
          </p:cNvPr>
          <p:cNvSpPr txBox="1"/>
          <p:nvPr/>
        </p:nvSpPr>
        <p:spPr>
          <a:xfrm>
            <a:off x="1828799" y="1389613"/>
            <a:ext cx="1043677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ea typeface="+mn-lt"/>
                <a:cs typeface="+mn-lt"/>
              </a:rPr>
              <a:t>DAY 1</a:t>
            </a:r>
          </a:p>
        </p:txBody>
      </p:sp>
    </p:spTree>
    <p:extLst>
      <p:ext uri="{BB962C8B-B14F-4D97-AF65-F5344CB8AC3E}">
        <p14:creationId xmlns:p14="http://schemas.microsoft.com/office/powerpoint/2010/main" val="1168915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AE59C-DE40-7824-3A6B-2A836FB7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A7EFD4-9F09-CFD6-8265-C7FD7F84E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1B5B524-D4ED-466F-0CA3-B072DD06A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E7ADE8-05F6-D11A-1206-5F9D2D75B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20EB3C-0444-51B6-E92D-3191A6787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4CBF9D3-5B62-A560-4309-FC8029182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4FCED014-462E-BCA5-C7CF-A1EA5162E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5550F34-6E1B-5C0D-1482-84F5D2AB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EC90C4B2-9451-357D-59B7-352D3A746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012" y="0"/>
            <a:ext cx="757637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81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E0617E-CA18-2D28-C305-D77B3CDA7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175837-2768-8E1A-D39A-C9D9C394C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971B7E0-38D3-16EB-C9E0-37AB4A531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8CE793-3566-28F7-BB74-FE53F581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71A2C2-6F61-3EDA-26BA-A6FC684BF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138BC1D-FB6E-CE35-E5CD-75594951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4B33000D-A186-363C-5B1D-BBE7E248D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D6D50FB-13BF-0087-4929-89DE500FE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4E3F3-7D81-6EB0-DDEC-2992C4F3FD26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BCC776C-D588-486C-9514-645479160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587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9B66C-B0EB-68F0-F622-7F851F4A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B9376-F4BD-E270-F1DD-36758CBDE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0565950-5D9C-AFB2-6B5D-C8BB8494D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365D84-B5A5-AB3B-5214-0DD630811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6BF384-A801-CEDD-05F1-A8DAC0273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01FA33A-261B-0617-D495-D333475D7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E12A081-FAF1-712A-1EA4-876ED371E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46C8F30-E783-06E2-3E67-401966E4C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E0C98-4DB6-3028-F946-D3E17F8083CE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AA7D7D-D58D-E0F9-7385-16A80D629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48AC2-884D-6F00-78DF-2D16F9F74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96226DE-722F-9146-5A4E-7941C766D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BAA537F-D0B6-6744-1562-006BD2BCD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35ED78-0EEB-A2D1-3445-89480A33C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C8E016-F98A-9BD6-3551-445752E7E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7A89343-18FB-E59E-AED4-9DB8A0156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FD2EF92-F1AC-AFEE-4355-5D78E1B7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CC5E2F2-6792-B821-7F85-AA5FAF7B4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49077-4252-7135-C41E-460E9C732285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405058-E863-BC7C-934A-329732EB1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517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B8D98-E740-800B-12F3-2EB2DFD5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303683-931B-412F-92D9-2E549DB4D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6BF221E-56BC-1653-AAAC-2DC963302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10242A-B0C2-0CC6-6261-EBA44BEA8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43C712-71C4-FF10-9CA0-DDC1A81E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A11775-421D-620E-6581-39BB6A4E8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7C40CAA0-4843-2FAE-06BE-F9FB52F40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5458D9C-7279-1255-3E1B-B463EF61B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6D3EB0-B9C5-5D52-4437-4C86EBC51896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CB268C-60CF-961E-3557-FEB223D5C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97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D4C04-CC29-BFD1-4EEF-443D76DBE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B501C4-FFA3-8FF4-C83C-C146F847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5B8B026-B38B-B683-F8F8-20E4F5B0D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BA813C-0406-4A23-8ADD-7530A4C30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C8DADA-4ADF-98D2-0C52-5A35075EC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5BBE758-F3B3-34BF-20CF-2A7264F2B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5199CBD-34CF-0426-CF15-D6E9706E3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AD36BAB-2BDB-3B67-0CED-AFA0946C0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B2B3C-0FFC-647F-E95C-CEEC6BCD4695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E72D52-26CE-9EA0-5122-3A41B162D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93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E3F2A-C15B-0E8D-5046-5EFA149F1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D6D3A00-A011-FA96-E38F-01B27CAB6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AEB6B86-14FD-0058-59CF-01FC54B99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60B7E1-AF4F-286D-4122-708CD87D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EBF0C1-75A0-4B19-8BAF-9EC32F79D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3AB029E-372C-9354-9BC0-F330538B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3B3945A7-6616-72DF-9CE6-A3FF5874A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8E4DE29D-180B-92B2-974E-9EB67118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748B7-9776-D228-0658-0F29C6247FBC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6FDE9E-1B7F-B541-F9A5-51FEFA5B1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80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E29F2-D7CE-DB8F-0FBF-7C01F683D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E1C83F-A058-63BC-BD4A-6E69A312D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F096198-35A3-DA2B-A984-CBA8965FD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1875EC-F752-A33A-CE05-B6ED7D294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4AADA0-BB8C-0400-3711-25704698B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0554B55-8EAB-2554-B18B-6B061ADD2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BDCFAC6-4594-E04C-C3B5-09C3BD7C9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91C4A38-3840-6099-6680-55DBC8F14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2BEDE9-A8CD-A3FB-B79C-4394C6C6CA64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7A9799-45BE-9021-41C6-9BA25DB67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EE21B-A951-DFD7-67CF-53E84489E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28590"/>
            <a:ext cx="14630400" cy="2309200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A3CC4-E32E-024F-770D-2031554CDCF1}"/>
              </a:ext>
            </a:extLst>
          </p:cNvPr>
          <p:cNvSpPr txBox="1"/>
          <p:nvPr/>
        </p:nvSpPr>
        <p:spPr>
          <a:xfrm>
            <a:off x="1506072" y="6335413"/>
            <a:ext cx="11618258" cy="88785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3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DAY 1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AB2C88-D518-8BAF-1D94-AE2C60347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04" y="1473259"/>
            <a:ext cx="13134990" cy="351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41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80D93B-4395-1BBF-C805-91DE45FEF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24EF7B-EE27-913C-925C-ABFE93F5A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D1589A8-71F1-0D80-4D40-457498041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058092-FEE6-048C-4DB7-1ED0B21DB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59024D-6C26-33F7-F2C1-D3E0C7098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A36D43-B6A8-076F-392D-E4F98B733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64BE6CD-D910-EA34-2ED9-3D06BEC59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D40E2F4-A696-88D8-DDDA-0C0208006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94F90-181E-2084-1A8B-47676716D98B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226AFB-ED42-A3A5-0858-81B9EAEED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549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BBCD0-90CD-15A1-F5F3-D50EC0E6E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D557F7-FBC0-9CBE-6D8A-ED35B1FA6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2DF31B1-F350-ECBF-3D63-06FE34911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6E234-0FB1-6BF7-9909-AC014F467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DCE3BB-17DB-6F34-C98E-A757DF96E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09F4146-838F-64D5-F514-5993F687A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EC818DC-DFC8-C0C2-7694-4BC36FAF0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8793339-D903-12C1-3DAC-54B9C0A82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B300E5-BF1E-1D40-95BA-45A3376ACF65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A9B7A5-563A-5C49-5330-E4D68FD1C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82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3661AD-60B6-EEEC-BE7E-AD3DE10C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4ED7BC-0854-5483-0987-8FFBAA38F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4C1DBD4-8E89-F6E0-9CAC-719761912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C7873F-DD39-D475-E92B-DB05C145E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145F61-2152-4E34-0FD9-62B772132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6E613A-B8CB-7414-47C5-D868C8049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40A61157-9458-AE68-BAC3-366228A8E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1B5CEE7-39D4-E7DE-4AF3-4EB429AD0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DBEAD-A5B9-20CB-E42E-25BDE48172B6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35B807-7E32-9BEA-77B6-0B3383C14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434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AEF88-71BA-AEBA-032D-4A1CF8E8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7826A57-CD03-BFEC-DD4D-1374EED51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130BBD4-C10B-38C9-EA5C-A959CEE69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47B257-5731-17A1-73CD-FBCF7333F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56F3E9-BAE5-F578-5612-BEF60390E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8D7F05-A20E-16EF-D1BB-D2D984E09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D77051D-B293-8183-B9F4-04839DEB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89BC232-3709-0E8B-82D2-3DF6C6A5A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BCDEDC-1749-35CB-70D8-F23ECC9E51DF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F73A04-BD8E-6F9B-F463-D8D831239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1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D3B41-FCE3-8635-C9B5-EE901F4AD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D56891-5E7E-5172-7CEB-7A8F15101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3AF9C37-6B6A-2A13-9085-56B3B3FBF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8A9541-8FD6-2658-2FC6-11F3A9386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4EF10A-8728-4E8E-6A37-D222AFDD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B10DE56-88C1-9AE7-CDBA-20933A025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00C884A-82F5-3CD7-961C-C005919AD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9ABCDC1-8A80-DE37-6915-D1BCAC51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AE941-14E7-3C45-AC12-34FF7B9E37EF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BBC9B2-FCD1-9E00-F492-E00D22058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693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8258B-5C8E-897E-1204-2617AEF7B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44E42A-CAE3-8ECB-A753-432F684B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20B3E59-6791-154D-6520-864A045CE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FE8B9B-1FA6-ECCE-BEA4-8665CBEA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6E216A-2485-F89A-8C35-81B17CAE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0D1897B-9928-579D-FC5B-A834E6880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8B54CD2-CDB6-0476-1B3C-AE9C160A0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9D81A44A-C2B4-FDBC-B712-F3618442C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46DF5-CB28-A0F2-2AC5-4FE3BA175790}"/>
              </a:ext>
            </a:extLst>
          </p:cNvPr>
          <p:cNvSpPr txBox="1"/>
          <p:nvPr/>
        </p:nvSpPr>
        <p:spPr>
          <a:xfrm>
            <a:off x="1828799" y="1389613"/>
            <a:ext cx="1043677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ea typeface="+mn-lt"/>
                <a:cs typeface="+mn-lt"/>
              </a:rPr>
              <a:t>DAY 2</a:t>
            </a:r>
          </a:p>
        </p:txBody>
      </p:sp>
    </p:spTree>
    <p:extLst>
      <p:ext uri="{BB962C8B-B14F-4D97-AF65-F5344CB8AC3E}">
        <p14:creationId xmlns:p14="http://schemas.microsoft.com/office/powerpoint/2010/main" val="2786120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CB6C44-21B3-9948-1731-B3CC2C69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7403975-1A40-7EA8-9212-D69E34EA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A6B81C-605E-3E95-BFC3-7703AFB72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3D643A-F683-C4C1-D011-7DBE79F6D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BFB156-921E-374F-6127-824E6B0E8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6E753DB-F691-C23C-46DF-E5C24EDD4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936EE15-3937-7474-B0C1-96E21B065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3103894-2169-3C18-843F-C0D791F04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0CA63-C380-B910-B0D5-364C42D4A22A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2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08ACB0-E94B-4ABC-20B6-E37BF538B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02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E6D9CF-5394-65F5-AD05-B68C16468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84A8E3-4DFE-01B0-F86A-393FC395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D5FB79B-0E0F-6667-CEB3-28656B13A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A21DFB-ABE6-7290-E3BF-10DDE0EB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B15CB9-54A0-C40F-6152-8DADAAFDB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6AA12D6-60F3-BADB-3DA5-D12BE0CA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233C1F3D-75ED-FD1C-5E24-A60B225DD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08AFE80-411C-910B-F652-240B4A3E6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6D7903-F2D6-E573-8DC0-748FFFE3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583" y="7279"/>
            <a:ext cx="6605318" cy="731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74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B069C1-97BC-E5D8-5B1F-14D76D19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541F9D-F495-37A7-4FA4-89589E9A8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4106A8D-438D-417C-7B7D-B388FE950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5F733A-46D0-FFC3-A185-E91BD01E1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E369EB-DFC8-FB98-10F8-1B57C9DFE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8287D56-C275-CE23-AD37-0D22CE1C1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0821B4C-F172-E776-C3B0-C51444206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D905E65-0E37-4AA0-5C07-11CF17650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white page with black text&#10;&#10;AI-generated content may be incorrect.">
            <a:extLst>
              <a:ext uri="{FF2B5EF4-FFF2-40B4-BE49-F238E27FC236}">
                <a16:creationId xmlns:a16="http://schemas.microsoft.com/office/drawing/2014/main" id="{43F3534B-F121-9E4A-B8F3-D932FBEC0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296" y="1441108"/>
            <a:ext cx="8830933" cy="562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134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FE21E-0D94-289A-ACF6-EEB67779B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2782CD-B05B-BEE4-A2EF-922FB4938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C8823D2-903F-BF6A-23A0-B7C986CC2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B0CA6D-8BAF-D8E5-4173-7EC9E9884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B84DB9-BD92-2010-EB1C-B2D08C363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11C2750-3F8C-4354-A57B-A344C7D76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4F850B5-0963-4CAB-7634-BDB50162E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E3A8039-5558-50CD-A96E-436ED2F56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white and blue text on a white background&#10;&#10;AI-generated content may be incorrect.">
            <a:extLst>
              <a:ext uri="{FF2B5EF4-FFF2-40B4-BE49-F238E27FC236}">
                <a16:creationId xmlns:a16="http://schemas.microsoft.com/office/drawing/2014/main" id="{DBB71129-619E-9B0A-0ECD-323BEE321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893" y="354180"/>
            <a:ext cx="8876901" cy="721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54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37D62-597E-E297-4A94-E24525971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7C9DA3-3973-D07B-0B4A-9247CE69D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8DBBF8B-22D2-713A-494E-EEF973080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72F29C-2D1B-3A69-2712-78423EE60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4FCE13-9597-DC1C-FB3E-2648142B8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7401DAB-8FC6-2E3E-41E4-35D22B026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53A7460-D65D-9A6F-8E77-3B281C977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307854B-8DAF-69DE-F054-017441719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4E3A59-D72B-772B-F557-BDD41FDEA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81" y="348789"/>
            <a:ext cx="13776702" cy="75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813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4A0A7-1F01-F1D3-D562-DB7CD1A17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C03333-DF7D-8F22-2496-B1A9B479F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EB964-2AA3-73D8-9670-5A314E88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1F7F51-8ADF-F134-8282-4EAD6C9B2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85EA99-D3F7-E374-7952-B22389A7E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F6DE61-8A17-5955-2B74-7DA2DA64A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82BF5F2-3F54-41A6-FEC2-DC49450BF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1C032A-9B15-79B9-ECB8-49E3C55DC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94FE36-5724-8BF1-D01E-2C0078DAD0C8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2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B54A58-CFFD-3CCB-7CFA-313D1DA1D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3216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8BF6D-9315-7BB7-B80E-0E5D694B2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3EC48C-2B3E-C07E-6355-1316B7B19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1A4800F-07FE-4F1C-7B0E-DEA01F1B5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8A212F-53F9-6B41-59F6-6D0D3AA1A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B87984-ABE0-43D1-EDC0-DB1CB842D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CDDF56B-E03D-EBAC-0243-D8A2990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B6CC32-B102-CCBF-28E1-D4DCD4E1F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C674C63-2DBB-D77F-6B94-D78FC2C0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9242F-CBAC-13A1-441A-70763834A0D3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1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3CAA29-6276-90C2-A983-4AFE09EF3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638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C45A6-004E-C2F1-E129-A0DFE53A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A9FF95-8109-E7AC-AC29-8415ADB12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BC00BF3-A19D-66A2-FF4A-DD6C6E040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DEE83-5AC8-1DA1-4658-1590E8184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674152-21F9-1E86-5CAC-158C1FD1F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677FFB7-C38C-0494-BB7E-D903F8924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520E6D3-BE3D-AD58-3F0E-205C3FC1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42F9391-B3B2-7AC1-16BE-81C3CC70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68FEAC-B24D-ED28-8345-A63055064CE9}"/>
              </a:ext>
            </a:extLst>
          </p:cNvPr>
          <p:cNvSpPr txBox="1"/>
          <p:nvPr/>
        </p:nvSpPr>
        <p:spPr>
          <a:xfrm>
            <a:off x="1828799" y="1389613"/>
            <a:ext cx="1043677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ea typeface="+mn-lt"/>
                <a:cs typeface="+mn-lt"/>
              </a:rPr>
              <a:t>DAY 3</a:t>
            </a:r>
          </a:p>
        </p:txBody>
      </p:sp>
    </p:spTree>
    <p:extLst>
      <p:ext uri="{BB962C8B-B14F-4D97-AF65-F5344CB8AC3E}">
        <p14:creationId xmlns:p14="http://schemas.microsoft.com/office/powerpoint/2010/main" val="17228605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7266B-4E96-68F0-E8A6-A0DCED42C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295D99-C9BC-4A8C-625A-17F5E0E39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FDBB412-7D93-450C-9226-ED9E6758C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1CF667-C919-2C9F-1982-F980E0666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73FA92-11AE-909D-EF49-714FC92B8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44C974B-2C73-4233-DD15-0EB2348E0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919CD10-0881-A88A-F0E6-E1E049E7D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B23F463-67CF-8D6B-5A1F-B545951C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341E3-5754-8804-656E-ABFD7D141074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3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FE0BFD-BD35-8FFD-196E-8D157EA08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072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03463-FF8B-1A86-7FC2-92B2847E7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A86C4F0-0ACB-1CAB-CB35-66C608D48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171FCBA-85F3-C67E-A8D3-096F4128F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C75208-5B85-CA24-FB87-77A535D1D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B561AF-7F7F-D2A6-EBED-B6700CEC0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F8A1E4D-E359-5186-952A-7768BEE2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4992B553-BABA-8EC0-D6E1-462364E5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C530864-8B1C-4EDE-15DF-CFEB38F5F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221D54-8034-FE04-5901-E6AC7CAB6320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2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8175D2-0D26-BDE1-A3AE-E96C3917E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572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024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A26DB-B748-C948-CB95-C76D47D77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A8E31C-F8E6-9003-0A1D-145750E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C22B674-A470-6208-AF44-D4FAB4FD2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CD5C23-3992-1946-F716-FD9B03C47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0BDB80-BB00-CBFD-5FFB-26030B034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9293632-59A6-A363-2781-3E56FA085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2C8CFB08-668E-4BE2-2725-87F45C24B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6F175AEE-2040-5ECC-4778-CC74D722F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3B7B3-C667-FB32-E9EC-937D7685BC9A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2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EB7EB4-C94E-274A-6422-E8E9935BB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79" y="528908"/>
            <a:ext cx="12303602" cy="720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576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93F63-A237-2C03-9F96-586C6931B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17F5CF-8429-1D3D-7018-8E3F223C6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DD1D5F-4A17-F9B7-22D4-B8C6BC1C9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02DB2F-7154-9B72-D84C-B516B1AD9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464387-7B14-6919-2903-5568A53A6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8CB560F-2D38-5882-9C85-4000D5FDD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4C303AE-47CE-0ABA-4735-784680EE1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D92F550-62A3-4923-2679-BCE8FDB03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023D5-B340-5CFF-B462-2070FAB6DDFB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2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9CFDDE-91D5-6DB1-46B9-501BC745B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79" y="673354"/>
            <a:ext cx="12303602" cy="691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429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14108-D3B3-0235-FA61-6F63CD723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04E989D-4622-DA58-C034-ABE134997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F05CF54-E0B4-29EB-2A5E-C5B168CCB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26D12-C19E-71F6-1A99-0D86A898F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E767A7-4626-CD72-4068-1A1EC7FD5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B6D81E-90F4-49D0-E806-3E5B04825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1596DC7-0692-AEB7-DF96-87713FC2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EBFBAF40-9C80-FE12-347B-EF149E4D3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4F1E5-AF25-E032-9A53-C20A0A9585E5}"/>
              </a:ext>
            </a:extLst>
          </p:cNvPr>
          <p:cNvSpPr txBox="1"/>
          <p:nvPr/>
        </p:nvSpPr>
        <p:spPr>
          <a:xfrm>
            <a:off x="1828799" y="1389613"/>
            <a:ext cx="1043677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DAY 2</a:t>
            </a:r>
            <a:endParaRPr lang="en-US" b="1">
              <a:ea typeface="+mn-lt"/>
              <a:cs typeface="+mn-lt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94E44B-A7AE-BBFC-D4E8-07964F392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79" y="673354"/>
            <a:ext cx="12303601" cy="691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1503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44D46-E77D-E349-8DDF-39DBD4D4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E1517C0-BD5E-DDE7-C632-307044BE0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2BE5B0-CF9D-39A3-C800-5117BD794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451387" y="-304404"/>
            <a:ext cx="2193165" cy="1652386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D90C23-6244-F0D9-790E-C82A8D604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69969" y="506575"/>
            <a:ext cx="774441" cy="77444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AEAB73-9CF4-04EE-600C-214C90272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2052178" y="786168"/>
            <a:ext cx="824966" cy="82496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093DA2-8188-37F3-815F-F2BA5FB87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227971" y="0"/>
            <a:ext cx="3402429" cy="177700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E4FC6584-29CF-5A18-6DAA-023F6FE53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571612" y="7338601"/>
            <a:ext cx="1793416" cy="890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1516B09-C78B-80F6-E08E-12589AB91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124896" y="7743771"/>
            <a:ext cx="977883" cy="48582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6A742-32AD-60D9-779F-C942B779F0DB}"/>
              </a:ext>
            </a:extLst>
          </p:cNvPr>
          <p:cNvSpPr txBox="1"/>
          <p:nvPr/>
        </p:nvSpPr>
        <p:spPr>
          <a:xfrm>
            <a:off x="5607169" y="3425447"/>
            <a:ext cx="424300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>
                <a:ea typeface="+mn-lt"/>
                <a:cs typeface="+mn-lt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357271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C08579FB7BEF4D9521D15E591A95E4" ma:contentTypeVersion="12" ma:contentTypeDescription="Create a new document." ma:contentTypeScope="" ma:versionID="38721cf6849f9f0aa7286d0c3e6e0bca">
  <xsd:schema xmlns:xsd="http://www.w3.org/2001/XMLSchema" xmlns:xs="http://www.w3.org/2001/XMLSchema" xmlns:p="http://schemas.microsoft.com/office/2006/metadata/properties" xmlns:ns2="26cf03b5-7808-4d93-afed-512daa78d11c" xmlns:ns3="e8091bdc-d9ff-445b-9d89-d4dd021e6575" targetNamespace="http://schemas.microsoft.com/office/2006/metadata/properties" ma:root="true" ma:fieldsID="6ec2d03dfb5f944886b6537cbc8c09e6" ns2:_="" ns3:_="">
    <xsd:import namespace="26cf03b5-7808-4d93-afed-512daa78d11c"/>
    <xsd:import namespace="e8091bdc-d9ff-445b-9d89-d4dd021e65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cf03b5-7808-4d93-afed-512daa78d1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4b290ac-f6a5-40a7-add1-8d896f60da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091bdc-d9ff-445b-9d89-d4dd021e65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affb1b7-b688-41ad-800d-ef184ae971b3}" ma:internalName="TaxCatchAll" ma:showField="CatchAllData" ma:web="e8091bdc-d9ff-445b-9d89-d4dd021e65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cf03b5-7808-4d93-afed-512daa78d11c">
      <Terms xmlns="http://schemas.microsoft.com/office/infopath/2007/PartnerControls"/>
    </lcf76f155ced4ddcb4097134ff3c332f>
    <TaxCatchAll xmlns="e8091bdc-d9ff-445b-9d89-d4dd021e6575" xsi:nil="true"/>
  </documentManagement>
</p:properties>
</file>

<file path=customXml/itemProps1.xml><?xml version="1.0" encoding="utf-8"?>
<ds:datastoreItem xmlns:ds="http://schemas.openxmlformats.org/officeDocument/2006/customXml" ds:itemID="{039EE9C7-4528-4A99-B475-8147D316A2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cf03b5-7808-4d93-afed-512daa78d11c"/>
    <ds:schemaRef ds:uri="e8091bdc-d9ff-445b-9d89-d4dd021e65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3FF6EF-C6C4-462F-9E06-CFC68D369A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441AA3-F528-40FD-ACC1-C7E027A983BA}">
  <ds:schemaRefs>
    <ds:schemaRef ds:uri="http://schemas.microsoft.com/office/2006/metadata/properties"/>
    <ds:schemaRef ds:uri="http://schemas.microsoft.com/office/infopath/2007/PartnerControls"/>
    <ds:schemaRef ds:uri="26cf03b5-7808-4d93-afed-512daa78d11c"/>
    <ds:schemaRef ds:uri="e8091bdc-d9ff-445b-9d89-d4dd021e657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</Words>
  <Application>Microsoft Macintosh PowerPoint</Application>
  <PresentationFormat>Custom</PresentationFormat>
  <Paragraphs>94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Century Schoolbook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Richmond Kobby Nyarko</cp:lastModifiedBy>
  <cp:revision>38</cp:revision>
  <dcterms:created xsi:type="dcterms:W3CDTF">2025-04-09T04:47:04Z</dcterms:created>
  <dcterms:modified xsi:type="dcterms:W3CDTF">2025-07-01T17:29:05Z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0x0101008CC08579FB7BEF4D9521D15E591A95E4</vt:lpwstr>
  </property>
  <property fmtid="{D5CDD505-2E9C-101B-9397-08002B2CF9AE}" pid="3" name="MediaServiceImageTags">
    <vt:lpwstr/>
  </property>
</Properties>
</file>